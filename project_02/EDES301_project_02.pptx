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61" r:id="rId2"/>
    <p:sldId id="367" r:id="rId3"/>
    <p:sldId id="592" r:id="rId4"/>
    <p:sldId id="64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6" autoAdjust="0"/>
    <p:restoredTop sz="94706" autoAdjust="0"/>
  </p:normalViewPr>
  <p:slideViewPr>
    <p:cSldViewPr>
      <p:cViewPr varScale="1">
        <p:scale>
          <a:sx n="56" d="100"/>
          <a:sy n="56" d="100"/>
        </p:scale>
        <p:origin x="920" y="56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2" d="100"/>
          <a:sy n="82" d="100"/>
        </p:scale>
        <p:origin x="3852" y="78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041DB8-B66F-4DC8-A96E-33677E0F90FF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4A0D4-B89B-4ADD-AF9E-38636B40EE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3891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B49C4A-65AC-492D-9701-81B46C3AD0E4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69989-EB00-4EE7-BCB5-25BDC5BB2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636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" name="Straight Connector 5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1" name="Straight Connector 4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6" name="Group 4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2" name="Straight Connector 5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7" name="Straight Connector 4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oup 2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5" name="Straight Connector 2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0" name="Group 2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" name="Straight Connector 3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" name="Straight Connector 3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5" y="1909346"/>
            <a:ext cx="9604310" cy="3383280"/>
          </a:xfrm>
        </p:spPr>
        <p:txBody>
          <a:bodyPr anchor="b">
            <a:normAutofit/>
          </a:bodyPr>
          <a:lstStyle>
            <a:lvl1pPr algn="l">
              <a:lnSpc>
                <a:spcPct val="76000"/>
              </a:lnSpc>
              <a:defRPr sz="8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4572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295400"/>
            <a:ext cx="10972800" cy="47243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74B5B-21A0-4192-BF4C-38187F1A68D8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 flip="none" rotWithShape="1">
          <a:gsLst>
            <a:gs pos="0">
              <a:schemeClr val="accent1"/>
            </a:gs>
            <a:gs pos="97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8" name="Straight Connector 7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2" name="Straight Connector 41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7" name="Group 46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3" name="Straight Connector 52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" name="Straight Connector 47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6" name="Straight Connector 2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7" name="Straight Connector 3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" name="Straight Connector 3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0" y="2541573"/>
            <a:ext cx="9601200" cy="2743200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600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5431536"/>
            <a:ext cx="9601200" cy="45720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58" name="Straight Connector 57"/>
          <p:cNvCxnSpPr/>
          <p:nvPr userDrawn="1"/>
        </p:nvCxnSpPr>
        <p:spPr>
          <a:xfrm>
            <a:off x="1295400" y="5294175"/>
            <a:ext cx="96012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67780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54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981199"/>
            <a:ext cx="4572000" cy="3810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CF7C-B333-48E1-A4A6-83A3C8B73AC0}" type="datetime1">
              <a:rPr lang="en-US" smtClean="0"/>
              <a:t>12/16/2025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18322"/>
            <a:ext cx="4572000" cy="64135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03713"/>
            <a:ext cx="4572000" cy="3287487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20762-5CBF-4210-AB54-376B091119F8}" type="datetime1">
              <a:rPr lang="en-US" smtClean="0"/>
              <a:t>12/16/2025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DB371-BF5F-4058-A212-1A908E4D2674}" type="datetime1">
              <a:rPr lang="en-US" smtClean="0"/>
              <a:t>12/16/2025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1" name="Group 160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62" name="Straight Connector 161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3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8" name="Group 177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96" name="Straight Connector 195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07" name="Straight Connector 206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Straight Connector 207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02" name="Straight Connector 201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Straight Connector 202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Straight Connector 204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Group 178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80" name="Straight Connector 179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5" name="Group 184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91" name="Straight Connector 190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3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6" name="Straight Connector 185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Straight Connector 187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9" name="Straight Connector 188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Straight Connector 189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3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13" name="Footer Placeholder 2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212" name="Date Placeholder 2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4083B-90AA-48CF-BAD5-00AA24D7F288}" type="datetime1">
              <a:rPr lang="en-US" smtClean="0"/>
              <a:t>12/16/2025</a:t>
            </a:fld>
            <a:endParaRPr lang="en-US"/>
          </a:p>
        </p:txBody>
      </p:sp>
      <p:sp>
        <p:nvSpPr>
          <p:cNvPr id="214" name="Slide Number Placeholder 2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 userDrawn="1"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0" name="Straight Connector 9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Group 25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4" name="Straight Connector 43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Group 48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oup 26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8" name="Straight Connector 27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" name="Group 32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Rectangle 6"/>
          <p:cNvSpPr/>
          <p:nvPr userDrawn="1"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3152" y="571500"/>
            <a:ext cx="3657600" cy="219710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3197" y="571500"/>
            <a:ext cx="6217920" cy="5715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13152" y="2995012"/>
            <a:ext cx="3657600" cy="228595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60" name="Straight Connector 59"/>
          <p:cNvCxnSpPr/>
          <p:nvPr userDrawn="1"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BAF629-ECA2-4CF3-B790-9D9BDED98269}" type="datetime1">
              <a:rPr lang="en-US" smtClean="0"/>
              <a:pPr/>
              <a:t>12/16/2025</a:t>
            </a:fld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8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 bwMode="hidden"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9" name="Straight Connector 8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accent1">
                  <a:lumMod val="7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/>
            <p:cNvGrpSpPr/>
            <p:nvPr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43" name="Straight Connector 42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8" name="Group 47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4" name="Straight Connector 53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" name="Straight Connector 48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oup 25"/>
            <p:cNvGrpSpPr/>
            <p:nvPr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7" name="Straight Connector 26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/>
              <p:cNvCxnSpPr/>
              <p:nvPr/>
            </p:nvCxnSpPr>
            <p:spPr bwMode="hidden">
              <a:xfrm>
                <a:off x="5150644" y="0"/>
                <a:ext cx="6815931" cy="68580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2" name="Group 31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8" name="Straight Connector 37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accent1">
                      <a:lumMod val="7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0" name="Rectangle 5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69000">
                <a:schemeClr val="bg1"/>
              </a:gs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Connector 58"/>
          <p:cNvCxnSpPr/>
          <p:nvPr/>
        </p:nvCxnSpPr>
        <p:spPr>
          <a:xfrm>
            <a:off x="7923089" y="2895600"/>
            <a:ext cx="3659311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09560" y="576072"/>
            <a:ext cx="3657600" cy="2194560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4412" y="-159"/>
            <a:ext cx="7315200" cy="685800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09560" y="2999232"/>
            <a:ext cx="3657600" cy="2286000"/>
          </a:xfrm>
        </p:spPr>
        <p:txBody>
          <a:bodyPr/>
          <a:lstStyle>
            <a:lvl1pPr marL="0" indent="0">
              <a:spcBef>
                <a:spcPts val="120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20318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4A29A4-78C8-47AB-BA06-22CB45938951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09314" y="489856"/>
            <a:ext cx="1687286" cy="53013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9" y="489856"/>
            <a:ext cx="7587344" cy="530134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D4ACF-2D82-46F2-A8E9-23963AA34E86}" type="datetime1">
              <a:rPr lang="en-US" smtClean="0"/>
              <a:t>12/16/2025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chemeClr val="bg1"/>
            </a:gs>
            <a:gs pos="0">
              <a:schemeClr val="bg1">
                <a:lumMod val="100000"/>
              </a:schemeClr>
            </a:gs>
            <a:gs pos="100000">
              <a:schemeClr val="bg1">
                <a:lumMod val="95000"/>
                <a:alpha val="65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/>
          <p:cNvGrpSpPr/>
          <p:nvPr userDrawn="1"/>
        </p:nvGrpSpPr>
        <p:grpSpPr bwMode="hidden"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97" name="Straight Connector 96"/>
            <p:cNvCxnSpPr/>
            <p:nvPr/>
          </p:nvCxnSpPr>
          <p:spPr bwMode="hidden">
            <a:xfrm>
              <a:off x="61019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/>
          </p:nvCxnSpPr>
          <p:spPr bwMode="hidden">
            <a:xfrm>
              <a:off x="182933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/>
          </p:nvCxnSpPr>
          <p:spPr bwMode="hidden">
            <a:xfrm>
              <a:off x="304847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 bwMode="hidden">
            <a:xfrm>
              <a:off x="426760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/>
            <p:cNvCxnSpPr/>
            <p:nvPr/>
          </p:nvCxnSpPr>
          <p:spPr bwMode="hidden">
            <a:xfrm>
              <a:off x="548674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/>
            <p:cNvCxnSpPr/>
            <p:nvPr/>
          </p:nvCxnSpPr>
          <p:spPr bwMode="hidden">
            <a:xfrm>
              <a:off x="6705884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/>
            <p:cNvCxnSpPr/>
            <p:nvPr/>
          </p:nvCxnSpPr>
          <p:spPr bwMode="hidden">
            <a:xfrm>
              <a:off x="7925022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/>
            <p:cNvCxnSpPr/>
            <p:nvPr/>
          </p:nvCxnSpPr>
          <p:spPr bwMode="hidden">
            <a:xfrm>
              <a:off x="9144160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/>
          </p:nvCxnSpPr>
          <p:spPr bwMode="hidden">
            <a:xfrm>
              <a:off x="10363298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/>
            <p:cNvCxnSpPr/>
            <p:nvPr/>
          </p:nvCxnSpPr>
          <p:spPr bwMode="hidden">
            <a:xfrm>
              <a:off x="11582436" y="0"/>
              <a:ext cx="0" cy="685800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/>
            <p:cNvCxnSpPr/>
            <p:nvPr/>
          </p:nvCxnSpPr>
          <p:spPr bwMode="hidden">
            <a:xfrm>
              <a:off x="2819" y="38648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/>
          </p:nvCxnSpPr>
          <p:spPr bwMode="hidden">
            <a:xfrm>
              <a:off x="2819" y="1611181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/>
            <p:cNvCxnSpPr/>
            <p:nvPr/>
          </p:nvCxnSpPr>
          <p:spPr bwMode="hidden">
            <a:xfrm>
              <a:off x="2819" y="2835877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/>
            <p:cNvCxnSpPr/>
            <p:nvPr/>
          </p:nvCxnSpPr>
          <p:spPr bwMode="hidden">
            <a:xfrm>
              <a:off x="2819" y="4060573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/>
            <p:cNvCxnSpPr/>
            <p:nvPr/>
          </p:nvCxnSpPr>
          <p:spPr bwMode="hidden">
            <a:xfrm>
              <a:off x="2819" y="5285269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/>
            <p:cNvCxnSpPr/>
            <p:nvPr/>
          </p:nvCxnSpPr>
          <p:spPr bwMode="hidden">
            <a:xfrm>
              <a:off x="2819" y="6509965"/>
              <a:ext cx="12188952" cy="0"/>
            </a:xfrm>
            <a:prstGeom prst="line">
              <a:avLst/>
            </a:prstGeom>
            <a:ln>
              <a:solidFill>
                <a:schemeClr val="bg1">
                  <a:lumMod val="85000"/>
                  <a:alpha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3" name="Group 112"/>
            <p:cNvGrpSpPr/>
            <p:nvPr userDrawn="1"/>
          </p:nvGrpSpPr>
          <p:grpSpPr bwMode="hidden"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31" name="Straight Connector 130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6" name="Group 135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42" name="Straight Connector 141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7" name="Straight Connector 136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4" name="Group 113"/>
            <p:cNvGrpSpPr/>
            <p:nvPr userDrawn="1"/>
          </p:nvGrpSpPr>
          <p:grpSpPr bwMode="hidden"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15" name="Straight Connector 114"/>
              <p:cNvCxnSpPr/>
              <p:nvPr/>
            </p:nvCxnSpPr>
            <p:spPr bwMode="hidden">
              <a:xfrm>
                <a:off x="225425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/>
              <p:cNvCxnSpPr/>
              <p:nvPr/>
            </p:nvCxnSpPr>
            <p:spPr bwMode="hidden">
              <a:xfrm>
                <a:off x="1449154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/>
              <p:cNvCxnSpPr/>
              <p:nvPr/>
            </p:nvCxnSpPr>
            <p:spPr bwMode="hidden">
              <a:xfrm>
                <a:off x="266598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/>
              <p:cNvCxnSpPr/>
              <p:nvPr/>
            </p:nvCxnSpPr>
            <p:spPr bwMode="hidden">
              <a:xfrm>
                <a:off x="3885119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/>
              <p:cNvCxnSpPr/>
              <p:nvPr/>
            </p:nvCxnSpPr>
            <p:spPr bwMode="hidden">
              <a:xfrm>
                <a:off x="5106502" y="0"/>
                <a:ext cx="6815931" cy="6858000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/>
              <p:cNvGrpSpPr/>
              <p:nvPr/>
            </p:nvGrpSpPr>
            <p:grpSpPr bwMode="hidden"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26" name="Straight Connector 125"/>
                <p:cNvCxnSpPr/>
                <p:nvPr/>
              </p:nvCxnSpPr>
              <p:spPr bwMode="hidden">
                <a:xfrm>
                  <a:off x="6327885" y="0"/>
                  <a:ext cx="5864115" cy="5898673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/>
                <p:cNvCxnSpPr/>
                <p:nvPr/>
              </p:nvCxnSpPr>
              <p:spPr bwMode="hidden">
                <a:xfrm>
                  <a:off x="7549268" y="0"/>
                  <a:ext cx="4642732" cy="4672425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/>
                <p:cNvCxnSpPr/>
                <p:nvPr/>
              </p:nvCxnSpPr>
              <p:spPr bwMode="hidden">
                <a:xfrm>
                  <a:off x="8772997" y="0"/>
                  <a:ext cx="3419003" cy="345674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/>
                <p:cNvCxnSpPr/>
                <p:nvPr/>
              </p:nvCxnSpPr>
              <p:spPr bwMode="hidden">
                <a:xfrm>
                  <a:off x="9982200" y="0"/>
                  <a:ext cx="2209800" cy="2226469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/>
                <p:cNvCxnSpPr/>
                <p:nvPr/>
              </p:nvCxnSpPr>
              <p:spPr bwMode="hidden">
                <a:xfrm>
                  <a:off x="11199019" y="0"/>
                  <a:ext cx="992981" cy="1002506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  <a:alpha val="2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21" name="Straight Connector 120"/>
              <p:cNvCxnSpPr/>
              <p:nvPr/>
            </p:nvCxnSpPr>
            <p:spPr bwMode="hidden">
              <a:xfrm flipH="1" flipV="1">
                <a:off x="-1" y="1012053"/>
                <a:ext cx="5828811" cy="58459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/>
              <p:cNvCxnSpPr/>
              <p:nvPr/>
            </p:nvCxnSpPr>
            <p:spPr bwMode="hidden">
              <a:xfrm flipH="1" flipV="1">
                <a:off x="-1" y="2227340"/>
                <a:ext cx="4614781" cy="4630658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/>
              <p:cNvCxnSpPr/>
              <p:nvPr/>
            </p:nvCxnSpPr>
            <p:spPr bwMode="hidden">
              <a:xfrm flipH="1" flipV="1">
                <a:off x="-1" y="3432149"/>
                <a:ext cx="3398419" cy="3425849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/>
              <p:cNvCxnSpPr/>
              <p:nvPr/>
            </p:nvCxnSpPr>
            <p:spPr bwMode="hidden">
              <a:xfrm flipH="1" flipV="1">
                <a:off x="-1" y="4651431"/>
                <a:ext cx="2196496" cy="2206567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/>
              <p:cNvCxnSpPr/>
              <p:nvPr/>
            </p:nvCxnSpPr>
            <p:spPr bwMode="hidden">
              <a:xfrm flipH="1" flipV="1">
                <a:off x="-1" y="5864453"/>
                <a:ext cx="987003" cy="993545"/>
              </a:xfrm>
              <a:prstGeom prst="line">
                <a:avLst/>
              </a:prstGeom>
              <a:ln>
                <a:solidFill>
                  <a:schemeClr val="bg1">
                    <a:lumMod val="85000"/>
                    <a:alpha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48" name="Straight Connector 147"/>
          <p:cNvCxnSpPr/>
          <p:nvPr userDrawn="1"/>
        </p:nvCxnSpPr>
        <p:spPr>
          <a:xfrm>
            <a:off x="609600" y="6172200"/>
            <a:ext cx="10972800" cy="0"/>
          </a:xfrm>
          <a:prstGeom prst="line">
            <a:avLst/>
          </a:prstGeom>
          <a:ln w="1270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 dirty="0"/>
              <a:t>Add a footer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B51B2453-8663-4C69-AF73-9FD7B1DEC5D0}" type="datetime1">
              <a:rPr lang="en-US" smtClean="0"/>
              <a:pPr/>
              <a:t>12/16/2025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9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179388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182880" algn="l" defTabSz="914400" rtl="0" eaLnBrk="1" latinLnBrk="0" hangingPunct="1">
        <a:lnSpc>
          <a:spcPct val="90000"/>
        </a:lnSpc>
        <a:spcBef>
          <a:spcPts val="8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00" indent="-179388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82880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Char char="▪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878012" indent="0" algn="l" defTabSz="914400" rtl="0" eaLnBrk="1" latinLnBrk="0" hangingPunct="1">
        <a:lnSpc>
          <a:spcPct val="90000"/>
        </a:lnSpc>
        <a:spcBef>
          <a:spcPts val="600"/>
        </a:spcBef>
        <a:buClr>
          <a:schemeClr val="accent1">
            <a:lumMod val="75000"/>
          </a:schemeClr>
        </a:buClr>
        <a:buSzPct val="100000"/>
        <a:buFont typeface="Arial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93844" y="1909346"/>
            <a:ext cx="9907555" cy="3383280"/>
          </a:xfrm>
        </p:spPr>
        <p:txBody>
          <a:bodyPr>
            <a:normAutofit/>
          </a:bodyPr>
          <a:lstStyle/>
          <a:p>
            <a:r>
              <a:rPr lang="en-US" sz="6000" dirty="0"/>
              <a:t>EDES 301</a:t>
            </a:r>
            <a:br>
              <a:rPr lang="en-US" sz="6000" dirty="0"/>
            </a:br>
            <a:br>
              <a:rPr lang="en-US" dirty="0"/>
            </a:br>
            <a:r>
              <a:rPr lang="en-US" sz="6000" dirty="0"/>
              <a:t>PCB Project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3845" y="5432564"/>
            <a:ext cx="9604310" cy="1120636"/>
          </a:xfrm>
        </p:spPr>
        <p:txBody>
          <a:bodyPr>
            <a:normAutofit/>
          </a:bodyPr>
          <a:lstStyle/>
          <a:p>
            <a:r>
              <a:rPr lang="en-US" dirty="0"/>
              <a:t>Meghan Paral</a:t>
            </a:r>
          </a:p>
          <a:p>
            <a:endParaRPr lang="en-US" dirty="0"/>
          </a:p>
          <a:p>
            <a:r>
              <a:rPr lang="en-US" dirty="0"/>
              <a:t>Due 12/16/2025 @ 11:59pm</a:t>
            </a:r>
          </a:p>
        </p:txBody>
      </p:sp>
    </p:spTree>
    <p:extLst>
      <p:ext uri="{BB962C8B-B14F-4D97-AF65-F5344CB8AC3E}">
        <p14:creationId xmlns:p14="http://schemas.microsoft.com/office/powerpoint/2010/main" val="106904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39A49-57C9-4BE3-8B38-E944EB819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AE04-697D-4784-A672-E28DA6A47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PCB for an “Etch-a-Sketch”</a:t>
            </a:r>
          </a:p>
          <a:p>
            <a:r>
              <a:rPr lang="en-US" dirty="0"/>
              <a:t>Hardware:</a:t>
            </a:r>
          </a:p>
          <a:p>
            <a:pPr lvl="1"/>
            <a:r>
              <a:rPr lang="en-US" dirty="0"/>
              <a:t>SPI Display Screen</a:t>
            </a:r>
          </a:p>
          <a:p>
            <a:pPr lvl="1"/>
            <a:r>
              <a:rPr lang="en-US" dirty="0"/>
              <a:t>Two Potentiometers</a:t>
            </a:r>
          </a:p>
          <a:p>
            <a:pPr lvl="1"/>
            <a:r>
              <a:rPr lang="en-US" dirty="0"/>
              <a:t>Two Buttons (Reset the Game, Change Color)</a:t>
            </a:r>
          </a:p>
          <a:p>
            <a:pPr lvl="1"/>
            <a:r>
              <a:rPr lang="en-US" dirty="0"/>
              <a:t>Three LEDs (Red, Green, and Blue for Color)</a:t>
            </a:r>
          </a:p>
          <a:p>
            <a:pPr lvl="1"/>
            <a:r>
              <a:rPr lang="en-US" dirty="0"/>
              <a:t>USB Port (Expansion)</a:t>
            </a:r>
          </a:p>
          <a:p>
            <a:endParaRPr lang="en-US" dirty="0"/>
          </a:p>
        </p:txBody>
      </p:sp>
      <p:pic>
        <p:nvPicPr>
          <p:cNvPr id="1026" name="Picture 2" descr="Image of Etch A Sketch - Classic - Red">
            <a:extLst>
              <a:ext uri="{FF2B5EF4-FFF2-40B4-BE49-F238E27FC236}">
                <a16:creationId xmlns:a16="http://schemas.microsoft.com/office/drawing/2014/main" id="{7C2F497D-66D5-3FA5-067E-74957E6DE3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5300" y="-190500"/>
            <a:ext cx="3867150" cy="40033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tch A Sketch Freestyle, Drawing Tablet with 2-in-1 Stylus Pen and Paintbrush, Magic Screen, Kids Toys for Ages 3 and up">
            <a:extLst>
              <a:ext uri="{FF2B5EF4-FFF2-40B4-BE49-F238E27FC236}">
                <a16:creationId xmlns:a16="http://schemas.microsoft.com/office/drawing/2014/main" id="{6D2CA2F1-0D6C-6224-E55D-4080BB92D0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6100" y="914400"/>
            <a:ext cx="3848100" cy="42829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9531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9DF62-72FD-42C4-ABC1-3574A78A4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1"/>
          </a:xfrm>
        </p:spPr>
        <p:txBody>
          <a:bodyPr/>
          <a:lstStyle/>
          <a:p>
            <a:r>
              <a:rPr lang="en-US" dirty="0"/>
              <a:t>System Block Diagram – “Etch-a-Sketch”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FDE4AD7-B68C-4F5F-A0F1-18CEAE40D103}"/>
              </a:ext>
            </a:extLst>
          </p:cNvPr>
          <p:cNvSpPr/>
          <p:nvPr/>
        </p:nvSpPr>
        <p:spPr>
          <a:xfrm>
            <a:off x="609600" y="1295400"/>
            <a:ext cx="10972800" cy="4572000"/>
          </a:xfrm>
          <a:prstGeom prst="round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4C684D-DD40-4DFE-A341-748603CB2889}"/>
              </a:ext>
            </a:extLst>
          </p:cNvPr>
          <p:cNvSpPr/>
          <p:nvPr/>
        </p:nvSpPr>
        <p:spPr>
          <a:xfrm>
            <a:off x="5181600" y="1524000"/>
            <a:ext cx="1828800" cy="4114801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661B8A-FAF1-4459-B2AC-B57D8F2F4381}"/>
              </a:ext>
            </a:extLst>
          </p:cNvPr>
          <p:cNvSpPr txBox="1"/>
          <p:nvPr/>
        </p:nvSpPr>
        <p:spPr>
          <a:xfrm>
            <a:off x="5240282" y="1524000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 err="1"/>
              <a:t>PocketBeagle</a:t>
            </a:r>
            <a:endParaRPr lang="en-US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C808442-E139-4DE1-8D19-5FE69473E681}"/>
              </a:ext>
            </a:extLst>
          </p:cNvPr>
          <p:cNvCxnSpPr>
            <a:cxnSpLocks/>
          </p:cNvCxnSpPr>
          <p:nvPr/>
        </p:nvCxnSpPr>
        <p:spPr>
          <a:xfrm>
            <a:off x="1409700" y="34290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DBFC5F-D35E-4A03-83A3-993A5BDDA50C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35433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D07117-3A22-4A65-9D05-CFC9803CAD4F}"/>
              </a:ext>
            </a:extLst>
          </p:cNvPr>
          <p:cNvCxnSpPr>
            <a:cxnSpLocks/>
          </p:cNvCxnSpPr>
          <p:nvPr/>
        </p:nvCxnSpPr>
        <p:spPr>
          <a:xfrm flipV="1">
            <a:off x="1485900" y="35814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AF9408-2545-44F0-BCB8-0B47078FF0C9}"/>
              </a:ext>
            </a:extLst>
          </p:cNvPr>
          <p:cNvCxnSpPr>
            <a:cxnSpLocks/>
          </p:cNvCxnSpPr>
          <p:nvPr/>
        </p:nvCxnSpPr>
        <p:spPr>
          <a:xfrm>
            <a:off x="1485900" y="36195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2AED2F7-3DA4-4BD5-AADA-19DE45DCA819}"/>
              </a:ext>
            </a:extLst>
          </p:cNvPr>
          <p:cNvCxnSpPr>
            <a:cxnSpLocks/>
          </p:cNvCxnSpPr>
          <p:nvPr/>
        </p:nvCxnSpPr>
        <p:spPr>
          <a:xfrm flipV="1">
            <a:off x="1485900" y="36576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5C3A384-3377-4E74-BEF8-F11542AD7792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36957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7EF15BC-E546-4EDF-9584-8932167CB8DE}"/>
              </a:ext>
            </a:extLst>
          </p:cNvPr>
          <p:cNvCxnSpPr>
            <a:cxnSpLocks/>
          </p:cNvCxnSpPr>
          <p:nvPr/>
        </p:nvCxnSpPr>
        <p:spPr>
          <a:xfrm flipV="1">
            <a:off x="1524000" y="3429000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3E92F8A-4D36-4244-BA52-EAE9857BF992}"/>
              </a:ext>
            </a:extLst>
          </p:cNvPr>
          <p:cNvSpPr txBox="1"/>
          <p:nvPr/>
        </p:nvSpPr>
        <p:spPr>
          <a:xfrm>
            <a:off x="1257300" y="3124200"/>
            <a:ext cx="55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1.8V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FAF99D-BEAD-4810-A96C-ABA5428492A8}"/>
              </a:ext>
            </a:extLst>
          </p:cNvPr>
          <p:cNvSpPr txBox="1"/>
          <p:nvPr/>
        </p:nvSpPr>
        <p:spPr>
          <a:xfrm>
            <a:off x="5219700" y="3581400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AIN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22D41CA-4E1C-45BB-AC31-471520A9D0CE}"/>
              </a:ext>
            </a:extLst>
          </p:cNvPr>
          <p:cNvCxnSpPr>
            <a:cxnSpLocks/>
          </p:cNvCxnSpPr>
          <p:nvPr/>
        </p:nvCxnSpPr>
        <p:spPr>
          <a:xfrm>
            <a:off x="1447800" y="4186654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713CD1-B988-493A-B117-87EB529C2448}"/>
              </a:ext>
            </a:extLst>
          </p:cNvPr>
          <p:cNvCxnSpPr>
            <a:cxnSpLocks/>
          </p:cNvCxnSpPr>
          <p:nvPr/>
        </p:nvCxnSpPr>
        <p:spPr>
          <a:xfrm>
            <a:off x="1485900" y="4224754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285331-D44B-4150-B99D-558FA938FBA5}"/>
              </a:ext>
            </a:extLst>
          </p:cNvPr>
          <p:cNvCxnSpPr>
            <a:cxnSpLocks/>
          </p:cNvCxnSpPr>
          <p:nvPr/>
        </p:nvCxnSpPr>
        <p:spPr>
          <a:xfrm flipH="1">
            <a:off x="1524000" y="4262854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107B8B5-A57C-438D-9175-05172786E805}"/>
              </a:ext>
            </a:extLst>
          </p:cNvPr>
          <p:cNvCxnSpPr>
            <a:cxnSpLocks/>
          </p:cNvCxnSpPr>
          <p:nvPr/>
        </p:nvCxnSpPr>
        <p:spPr>
          <a:xfrm flipV="1">
            <a:off x="1562100" y="3886200"/>
            <a:ext cx="0" cy="30045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90C72FF-4A3A-425A-8F24-F3DFCD883E5C}"/>
              </a:ext>
            </a:extLst>
          </p:cNvPr>
          <p:cNvCxnSpPr>
            <a:cxnSpLocks/>
          </p:cNvCxnSpPr>
          <p:nvPr/>
        </p:nvCxnSpPr>
        <p:spPr>
          <a:xfrm flipH="1">
            <a:off x="1676400" y="3695700"/>
            <a:ext cx="3505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ACA768E-2DB2-4B8E-A773-191031CEFC1C}"/>
              </a:ext>
            </a:extLst>
          </p:cNvPr>
          <p:cNvSpPr txBox="1"/>
          <p:nvPr/>
        </p:nvSpPr>
        <p:spPr>
          <a:xfrm>
            <a:off x="1676400" y="3162300"/>
            <a:ext cx="1462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Potentiometer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A178608-A827-42B6-9718-E0612E4DA319}"/>
              </a:ext>
            </a:extLst>
          </p:cNvPr>
          <p:cNvSpPr/>
          <p:nvPr/>
        </p:nvSpPr>
        <p:spPr>
          <a:xfrm>
            <a:off x="1066800" y="1793677"/>
            <a:ext cx="2286000" cy="91440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USB Host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9CCC71E-943F-452C-AE4A-701A150372CC}"/>
              </a:ext>
            </a:extLst>
          </p:cNvPr>
          <p:cNvSpPr txBox="1"/>
          <p:nvPr/>
        </p:nvSpPr>
        <p:spPr>
          <a:xfrm>
            <a:off x="3924300" y="1946077"/>
            <a:ext cx="5549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USB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2770E6D-79FA-4FC6-BB50-404A72570DDF}"/>
              </a:ext>
            </a:extLst>
          </p:cNvPr>
          <p:cNvCxnSpPr>
            <a:cxnSpLocks/>
          </p:cNvCxnSpPr>
          <p:nvPr/>
        </p:nvCxnSpPr>
        <p:spPr>
          <a:xfrm>
            <a:off x="1409700" y="28194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AABA58F-D1BE-449C-86FE-03515A157C8D}"/>
              </a:ext>
            </a:extLst>
          </p:cNvPr>
          <p:cNvCxnSpPr>
            <a:cxnSpLocks/>
          </p:cNvCxnSpPr>
          <p:nvPr/>
        </p:nvCxnSpPr>
        <p:spPr>
          <a:xfrm>
            <a:off x="1447800" y="28575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6676C47-825E-4857-8C67-8903D69E4438}"/>
              </a:ext>
            </a:extLst>
          </p:cNvPr>
          <p:cNvCxnSpPr>
            <a:cxnSpLocks/>
          </p:cNvCxnSpPr>
          <p:nvPr/>
        </p:nvCxnSpPr>
        <p:spPr>
          <a:xfrm flipH="1">
            <a:off x="1485900" y="28956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5DDEB37-620A-45E0-82D7-D0AF3E896AF1}"/>
              </a:ext>
            </a:extLst>
          </p:cNvPr>
          <p:cNvCxnSpPr>
            <a:cxnSpLocks/>
          </p:cNvCxnSpPr>
          <p:nvPr/>
        </p:nvCxnSpPr>
        <p:spPr>
          <a:xfrm flipV="1">
            <a:off x="1524000" y="2708077"/>
            <a:ext cx="0" cy="11132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33C9825-1A16-4991-B296-59C109757BBB}"/>
              </a:ext>
            </a:extLst>
          </p:cNvPr>
          <p:cNvSpPr txBox="1"/>
          <p:nvPr/>
        </p:nvSpPr>
        <p:spPr>
          <a:xfrm>
            <a:off x="1219200" y="2403277"/>
            <a:ext cx="6399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GND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D0248E1-E928-410C-8888-A2AE1164D6C9}"/>
              </a:ext>
            </a:extLst>
          </p:cNvPr>
          <p:cNvSpPr txBox="1"/>
          <p:nvPr/>
        </p:nvSpPr>
        <p:spPr>
          <a:xfrm>
            <a:off x="1219200" y="1793677"/>
            <a:ext cx="6158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VCC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F048F4A-E951-40DC-ABB6-2962525C8104}"/>
              </a:ext>
            </a:extLst>
          </p:cNvPr>
          <p:cNvCxnSpPr>
            <a:cxnSpLocks/>
          </p:cNvCxnSpPr>
          <p:nvPr/>
        </p:nvCxnSpPr>
        <p:spPr>
          <a:xfrm>
            <a:off x="1409700" y="1641277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770D349C-28BD-4691-BBB0-B697DD428B3B}"/>
              </a:ext>
            </a:extLst>
          </p:cNvPr>
          <p:cNvCxnSpPr>
            <a:cxnSpLocks/>
          </p:cNvCxnSpPr>
          <p:nvPr/>
        </p:nvCxnSpPr>
        <p:spPr>
          <a:xfrm flipV="1">
            <a:off x="1524000" y="1641277"/>
            <a:ext cx="0" cy="1524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087711C1-8D8C-4FA7-8C68-2647E26A6D9E}"/>
              </a:ext>
            </a:extLst>
          </p:cNvPr>
          <p:cNvSpPr txBox="1"/>
          <p:nvPr/>
        </p:nvSpPr>
        <p:spPr>
          <a:xfrm>
            <a:off x="1333500" y="1333500"/>
            <a:ext cx="4042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5V</a:t>
            </a:r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127573E-8DF2-4F77-8414-FF512F321B0A}"/>
              </a:ext>
            </a:extLst>
          </p:cNvPr>
          <p:cNvCxnSpPr>
            <a:cxnSpLocks/>
          </p:cNvCxnSpPr>
          <p:nvPr/>
        </p:nvCxnSpPr>
        <p:spPr>
          <a:xfrm flipH="1">
            <a:off x="3352800" y="2247900"/>
            <a:ext cx="1828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D7530C9-28FF-4B43-BE73-80C2FBD56E64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36957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F668A31-9C4E-4CF3-8C25-1AA8D3CCDC92}"/>
              </a:ext>
            </a:extLst>
          </p:cNvPr>
          <p:cNvCxnSpPr>
            <a:cxnSpLocks/>
          </p:cNvCxnSpPr>
          <p:nvPr/>
        </p:nvCxnSpPr>
        <p:spPr>
          <a:xfrm flipV="1">
            <a:off x="1485900" y="37338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B8B4989-BE5E-48D6-857C-F77F374FC485}"/>
              </a:ext>
            </a:extLst>
          </p:cNvPr>
          <p:cNvCxnSpPr>
            <a:cxnSpLocks/>
          </p:cNvCxnSpPr>
          <p:nvPr/>
        </p:nvCxnSpPr>
        <p:spPr>
          <a:xfrm>
            <a:off x="1485900" y="37719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5B3AA4D-6548-4037-A7EF-F165DE6BE3D8}"/>
              </a:ext>
            </a:extLst>
          </p:cNvPr>
          <p:cNvCxnSpPr>
            <a:cxnSpLocks/>
          </p:cNvCxnSpPr>
          <p:nvPr/>
        </p:nvCxnSpPr>
        <p:spPr>
          <a:xfrm flipV="1">
            <a:off x="1485900" y="38100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68393C9-8692-4BDA-ABB6-942D25F01506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38481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67C7EB9D-9465-422F-B543-5A35932CF9CE}"/>
              </a:ext>
            </a:extLst>
          </p:cNvPr>
          <p:cNvCxnSpPr>
            <a:cxnSpLocks/>
          </p:cNvCxnSpPr>
          <p:nvPr/>
        </p:nvCxnSpPr>
        <p:spPr>
          <a:xfrm flipH="1">
            <a:off x="1638300" y="36576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334DE71-DA98-46E9-9C04-9290E1D36165}"/>
              </a:ext>
            </a:extLst>
          </p:cNvPr>
          <p:cNvCxnSpPr>
            <a:cxnSpLocks/>
          </p:cNvCxnSpPr>
          <p:nvPr/>
        </p:nvCxnSpPr>
        <p:spPr>
          <a:xfrm flipH="1" flipV="1">
            <a:off x="1638300" y="36957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14A7B9E-8971-4F86-8DEF-6586BE965880}"/>
              </a:ext>
            </a:extLst>
          </p:cNvPr>
          <p:cNvSpPr txBox="1"/>
          <p:nvPr/>
        </p:nvSpPr>
        <p:spPr>
          <a:xfrm>
            <a:off x="1600200" y="2781300"/>
            <a:ext cx="1295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GND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92A1E5-BED4-4756-8D22-DC61ACC4BA77}"/>
              </a:ext>
            </a:extLst>
          </p:cNvPr>
          <p:cNvSpPr txBox="1"/>
          <p:nvPr/>
        </p:nvSpPr>
        <p:spPr>
          <a:xfrm>
            <a:off x="723900" y="3886200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AGND</a:t>
            </a:r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DACA0A98-DE99-41A5-91CF-64BC882EF56D}"/>
              </a:ext>
            </a:extLst>
          </p:cNvPr>
          <p:cNvCxnSpPr>
            <a:cxnSpLocks/>
          </p:cNvCxnSpPr>
          <p:nvPr/>
        </p:nvCxnSpPr>
        <p:spPr>
          <a:xfrm>
            <a:off x="7429500" y="2861846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9870A7E-CE7F-4C75-8273-8F41BE15FA50}"/>
              </a:ext>
            </a:extLst>
          </p:cNvPr>
          <p:cNvCxnSpPr>
            <a:cxnSpLocks/>
          </p:cNvCxnSpPr>
          <p:nvPr/>
        </p:nvCxnSpPr>
        <p:spPr>
          <a:xfrm flipH="1" flipV="1">
            <a:off x="7543800" y="29761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043541AB-6D9C-4B97-9DCB-E8FB794E9A55}"/>
              </a:ext>
            </a:extLst>
          </p:cNvPr>
          <p:cNvCxnSpPr>
            <a:cxnSpLocks/>
          </p:cNvCxnSpPr>
          <p:nvPr/>
        </p:nvCxnSpPr>
        <p:spPr>
          <a:xfrm flipV="1">
            <a:off x="7505700" y="30142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D824E884-E530-445A-9E81-FD98B434C7A6}"/>
              </a:ext>
            </a:extLst>
          </p:cNvPr>
          <p:cNvCxnSpPr>
            <a:cxnSpLocks/>
          </p:cNvCxnSpPr>
          <p:nvPr/>
        </p:nvCxnSpPr>
        <p:spPr>
          <a:xfrm>
            <a:off x="7505700" y="30523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A953A1DA-77EC-40FD-AE78-AA468118D061}"/>
              </a:ext>
            </a:extLst>
          </p:cNvPr>
          <p:cNvCxnSpPr>
            <a:cxnSpLocks/>
          </p:cNvCxnSpPr>
          <p:nvPr/>
        </p:nvCxnSpPr>
        <p:spPr>
          <a:xfrm flipV="1">
            <a:off x="7505700" y="30904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5F9F7AB7-199D-4DF3-99A2-7DF75CDB4CCA}"/>
              </a:ext>
            </a:extLst>
          </p:cNvPr>
          <p:cNvCxnSpPr>
            <a:cxnSpLocks/>
          </p:cNvCxnSpPr>
          <p:nvPr/>
        </p:nvCxnSpPr>
        <p:spPr>
          <a:xfrm flipH="1" flipV="1">
            <a:off x="7505700" y="31285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1016302A-201F-4710-B01D-C0832A2C3ED9}"/>
              </a:ext>
            </a:extLst>
          </p:cNvPr>
          <p:cNvCxnSpPr>
            <a:cxnSpLocks/>
          </p:cNvCxnSpPr>
          <p:nvPr/>
        </p:nvCxnSpPr>
        <p:spPr>
          <a:xfrm flipV="1">
            <a:off x="7581900" y="3162300"/>
            <a:ext cx="0" cy="2286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31BA345F-47E4-4A7D-B875-CDC0FBDB0DDF}"/>
              </a:ext>
            </a:extLst>
          </p:cNvPr>
          <p:cNvCxnSpPr>
            <a:cxnSpLocks/>
          </p:cNvCxnSpPr>
          <p:nvPr/>
        </p:nvCxnSpPr>
        <p:spPr>
          <a:xfrm flipV="1">
            <a:off x="7543800" y="2861846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E9822758-1EE6-4E62-BE67-9018F93D6246}"/>
              </a:ext>
            </a:extLst>
          </p:cNvPr>
          <p:cNvSpPr txBox="1"/>
          <p:nvPr/>
        </p:nvSpPr>
        <p:spPr>
          <a:xfrm>
            <a:off x="7206935" y="2518946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3.3V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D5C9F1C-6126-4071-9943-9491A80CCFAF}"/>
              </a:ext>
            </a:extLst>
          </p:cNvPr>
          <p:cNvSpPr txBox="1"/>
          <p:nvPr/>
        </p:nvSpPr>
        <p:spPr>
          <a:xfrm>
            <a:off x="6362700" y="51054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5AAB4DD5-09CE-4A4B-A49E-4AED32AE475C}"/>
              </a:ext>
            </a:extLst>
          </p:cNvPr>
          <p:cNvCxnSpPr>
            <a:cxnSpLocks/>
          </p:cNvCxnSpPr>
          <p:nvPr/>
        </p:nvCxnSpPr>
        <p:spPr>
          <a:xfrm flipH="1">
            <a:off x="8343900" y="3390900"/>
            <a:ext cx="4953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3D2A3EC8-F6CD-4632-8BEA-388DCA1BCC73}"/>
              </a:ext>
            </a:extLst>
          </p:cNvPr>
          <p:cNvCxnSpPr>
            <a:cxnSpLocks/>
          </p:cNvCxnSpPr>
          <p:nvPr/>
        </p:nvCxnSpPr>
        <p:spPr>
          <a:xfrm>
            <a:off x="8724900" y="36576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75315C08-B83C-4D1C-AAA3-DD4E5F91D4C6}"/>
              </a:ext>
            </a:extLst>
          </p:cNvPr>
          <p:cNvCxnSpPr>
            <a:cxnSpLocks/>
          </p:cNvCxnSpPr>
          <p:nvPr/>
        </p:nvCxnSpPr>
        <p:spPr>
          <a:xfrm>
            <a:off x="8763000" y="36957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C05138B-CD84-4BA8-84EB-7355506E523C}"/>
              </a:ext>
            </a:extLst>
          </p:cNvPr>
          <p:cNvCxnSpPr>
            <a:cxnSpLocks/>
          </p:cNvCxnSpPr>
          <p:nvPr/>
        </p:nvCxnSpPr>
        <p:spPr>
          <a:xfrm flipH="1">
            <a:off x="8801100" y="37338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FF4096C6-D5FD-48DB-813E-9211B97FCA2B}"/>
              </a:ext>
            </a:extLst>
          </p:cNvPr>
          <p:cNvCxnSpPr>
            <a:cxnSpLocks/>
          </p:cNvCxnSpPr>
          <p:nvPr/>
        </p:nvCxnSpPr>
        <p:spPr>
          <a:xfrm flipV="1">
            <a:off x="8839200" y="3390900"/>
            <a:ext cx="0" cy="2667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A0CA085-6C88-4271-9BCA-B57DB174F0DE}"/>
              </a:ext>
            </a:extLst>
          </p:cNvPr>
          <p:cNvCxnSpPr>
            <a:cxnSpLocks/>
          </p:cNvCxnSpPr>
          <p:nvPr/>
        </p:nvCxnSpPr>
        <p:spPr>
          <a:xfrm flipH="1">
            <a:off x="7010400" y="3390900"/>
            <a:ext cx="10287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72A56E08-1BBD-401D-9155-8D60DF924F83}"/>
              </a:ext>
            </a:extLst>
          </p:cNvPr>
          <p:cNvSpPr txBox="1"/>
          <p:nvPr/>
        </p:nvSpPr>
        <p:spPr>
          <a:xfrm>
            <a:off x="7581900" y="2861846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1k</a:t>
            </a: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7A3FE41E-7681-4BCE-A66A-BD09EA59BF52}"/>
              </a:ext>
            </a:extLst>
          </p:cNvPr>
          <p:cNvCxnSpPr>
            <a:cxnSpLocks/>
          </p:cNvCxnSpPr>
          <p:nvPr/>
        </p:nvCxnSpPr>
        <p:spPr>
          <a:xfrm flipH="1">
            <a:off x="7962900" y="3314700"/>
            <a:ext cx="457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>
            <a:extLst>
              <a:ext uri="{FF2B5EF4-FFF2-40B4-BE49-F238E27FC236}">
                <a16:creationId xmlns:a16="http://schemas.microsoft.com/office/drawing/2014/main" id="{0A282DC5-82FF-4181-9E29-9F4B11842098}"/>
              </a:ext>
            </a:extLst>
          </p:cNvPr>
          <p:cNvSpPr/>
          <p:nvPr/>
        </p:nvSpPr>
        <p:spPr>
          <a:xfrm>
            <a:off x="8115300" y="3238500"/>
            <a:ext cx="152400" cy="762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CC0445D1-1462-48AB-BCE4-CE3A97F8349D}"/>
              </a:ext>
            </a:extLst>
          </p:cNvPr>
          <p:cNvSpPr/>
          <p:nvPr/>
        </p:nvSpPr>
        <p:spPr>
          <a:xfrm>
            <a:off x="8839200" y="1828800"/>
            <a:ext cx="2286000" cy="990600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SPI Display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CF673D87-8E6B-427D-936A-ABE9A33DDACC}"/>
              </a:ext>
            </a:extLst>
          </p:cNvPr>
          <p:cNvSpPr txBox="1"/>
          <p:nvPr/>
        </p:nvSpPr>
        <p:spPr>
          <a:xfrm>
            <a:off x="8839200" y="1947446"/>
            <a:ext cx="474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SPI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B7EEF491-7A65-4927-AB11-27686AAE6546}"/>
              </a:ext>
            </a:extLst>
          </p:cNvPr>
          <p:cNvSpPr txBox="1"/>
          <p:nvPr/>
        </p:nvSpPr>
        <p:spPr>
          <a:xfrm>
            <a:off x="8839200" y="23622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391965E-D6A0-4868-BAA1-6955AA7F9DC5}"/>
              </a:ext>
            </a:extLst>
          </p:cNvPr>
          <p:cNvCxnSpPr>
            <a:cxnSpLocks/>
          </p:cNvCxnSpPr>
          <p:nvPr/>
        </p:nvCxnSpPr>
        <p:spPr>
          <a:xfrm>
            <a:off x="10553700" y="29718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E768F585-33A5-48F1-946C-33D68BBABBC6}"/>
              </a:ext>
            </a:extLst>
          </p:cNvPr>
          <p:cNvCxnSpPr>
            <a:cxnSpLocks/>
          </p:cNvCxnSpPr>
          <p:nvPr/>
        </p:nvCxnSpPr>
        <p:spPr>
          <a:xfrm>
            <a:off x="10591800" y="30099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1A13A92F-9C90-4BDF-BA51-BCAEF7AC209E}"/>
              </a:ext>
            </a:extLst>
          </p:cNvPr>
          <p:cNvCxnSpPr>
            <a:cxnSpLocks/>
          </p:cNvCxnSpPr>
          <p:nvPr/>
        </p:nvCxnSpPr>
        <p:spPr>
          <a:xfrm flipH="1">
            <a:off x="10629900" y="30099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F606D190-C234-41E0-9AD4-BD8F6CE34C40}"/>
              </a:ext>
            </a:extLst>
          </p:cNvPr>
          <p:cNvCxnSpPr>
            <a:cxnSpLocks/>
          </p:cNvCxnSpPr>
          <p:nvPr/>
        </p:nvCxnSpPr>
        <p:spPr>
          <a:xfrm flipV="1">
            <a:off x="10668000" y="2819400"/>
            <a:ext cx="0" cy="1524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86D8C597-A5BF-4CA6-A730-F8816CE53CFC}"/>
              </a:ext>
            </a:extLst>
          </p:cNvPr>
          <p:cNvSpPr txBox="1"/>
          <p:nvPr/>
        </p:nvSpPr>
        <p:spPr>
          <a:xfrm>
            <a:off x="10401300" y="2549723"/>
            <a:ext cx="5838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GND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CB98438D-D68E-448C-AF92-215BE4F54EBB}"/>
              </a:ext>
            </a:extLst>
          </p:cNvPr>
          <p:cNvSpPr txBox="1"/>
          <p:nvPr/>
        </p:nvSpPr>
        <p:spPr>
          <a:xfrm>
            <a:off x="10395026" y="1828800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VCC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FF27626F-EB34-4582-BACF-544E14E0FA33}"/>
              </a:ext>
            </a:extLst>
          </p:cNvPr>
          <p:cNvCxnSpPr>
            <a:cxnSpLocks/>
          </p:cNvCxnSpPr>
          <p:nvPr/>
        </p:nvCxnSpPr>
        <p:spPr>
          <a:xfrm>
            <a:off x="10553700" y="16764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83FEF8A1-1B8E-4651-8FA0-9E9F0DB01072}"/>
              </a:ext>
            </a:extLst>
          </p:cNvPr>
          <p:cNvCxnSpPr>
            <a:cxnSpLocks/>
          </p:cNvCxnSpPr>
          <p:nvPr/>
        </p:nvCxnSpPr>
        <p:spPr>
          <a:xfrm flipV="1">
            <a:off x="10668000" y="1676400"/>
            <a:ext cx="0" cy="1524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BBED1971-1442-4854-9D24-A89C08F559CB}"/>
              </a:ext>
            </a:extLst>
          </p:cNvPr>
          <p:cNvSpPr txBox="1"/>
          <p:nvPr/>
        </p:nvSpPr>
        <p:spPr>
          <a:xfrm>
            <a:off x="10363200" y="1337846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3.3V</a:t>
            </a:r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ED421249-DC31-4287-BB84-CA519A37DCA9}"/>
              </a:ext>
            </a:extLst>
          </p:cNvPr>
          <p:cNvCxnSpPr>
            <a:cxnSpLocks/>
          </p:cNvCxnSpPr>
          <p:nvPr/>
        </p:nvCxnSpPr>
        <p:spPr>
          <a:xfrm flipH="1">
            <a:off x="7010400" y="2133600"/>
            <a:ext cx="1828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Isosceles Triangle 173">
            <a:extLst>
              <a:ext uri="{FF2B5EF4-FFF2-40B4-BE49-F238E27FC236}">
                <a16:creationId xmlns:a16="http://schemas.microsoft.com/office/drawing/2014/main" id="{98528D95-6C5E-4173-A08C-B6EB919F1153}"/>
              </a:ext>
            </a:extLst>
          </p:cNvPr>
          <p:cNvSpPr/>
          <p:nvPr/>
        </p:nvSpPr>
        <p:spPr>
          <a:xfrm rot="5400000">
            <a:off x="7734300" y="4610100"/>
            <a:ext cx="457200" cy="381000"/>
          </a:xfrm>
          <a:prstGeom prst="triangle">
            <a:avLst/>
          </a:prstGeom>
          <a:solidFill>
            <a:srgbClr val="00B05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D59EA694-0101-45BD-A4BD-E32F687DFEF5}"/>
              </a:ext>
            </a:extLst>
          </p:cNvPr>
          <p:cNvCxnSpPr>
            <a:cxnSpLocks/>
          </p:cNvCxnSpPr>
          <p:nvPr/>
        </p:nvCxnSpPr>
        <p:spPr>
          <a:xfrm>
            <a:off x="8153400" y="4572000"/>
            <a:ext cx="0" cy="4572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1D5B63F-D96E-4B76-B12B-C64CB7412025}"/>
              </a:ext>
            </a:extLst>
          </p:cNvPr>
          <p:cNvCxnSpPr>
            <a:cxnSpLocks/>
          </p:cNvCxnSpPr>
          <p:nvPr/>
        </p:nvCxnSpPr>
        <p:spPr>
          <a:xfrm flipH="1">
            <a:off x="7010400" y="48006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E242D96E-17BE-4AD2-9267-7CD4904CA647}"/>
              </a:ext>
            </a:extLst>
          </p:cNvPr>
          <p:cNvCxnSpPr>
            <a:cxnSpLocks/>
          </p:cNvCxnSpPr>
          <p:nvPr/>
        </p:nvCxnSpPr>
        <p:spPr>
          <a:xfrm flipH="1">
            <a:off x="8153400" y="48006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2BEE598-742D-44F9-B187-202B6ADC527E}"/>
              </a:ext>
            </a:extLst>
          </p:cNvPr>
          <p:cNvCxnSpPr>
            <a:cxnSpLocks/>
          </p:cNvCxnSpPr>
          <p:nvPr/>
        </p:nvCxnSpPr>
        <p:spPr>
          <a:xfrm flipV="1">
            <a:off x="7924800" y="44196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9236229E-7919-49A9-8FF6-DA4DFB62D114}"/>
              </a:ext>
            </a:extLst>
          </p:cNvPr>
          <p:cNvCxnSpPr>
            <a:cxnSpLocks/>
          </p:cNvCxnSpPr>
          <p:nvPr/>
        </p:nvCxnSpPr>
        <p:spPr>
          <a:xfrm flipV="1">
            <a:off x="8001000" y="44958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43C4663A-E0B6-46BC-A7DB-9BBF3C774F03}"/>
              </a:ext>
            </a:extLst>
          </p:cNvPr>
          <p:cNvCxnSpPr>
            <a:cxnSpLocks/>
          </p:cNvCxnSpPr>
          <p:nvPr/>
        </p:nvCxnSpPr>
        <p:spPr>
          <a:xfrm>
            <a:off x="8801100" y="56007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0BA48DB3-C29B-4C5A-88C8-C52B892E0065}"/>
              </a:ext>
            </a:extLst>
          </p:cNvPr>
          <p:cNvCxnSpPr>
            <a:cxnSpLocks/>
          </p:cNvCxnSpPr>
          <p:nvPr/>
        </p:nvCxnSpPr>
        <p:spPr>
          <a:xfrm>
            <a:off x="8839200" y="56388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88EB55A-6919-4AB3-BCAD-7FC7D0E77934}"/>
              </a:ext>
            </a:extLst>
          </p:cNvPr>
          <p:cNvCxnSpPr>
            <a:cxnSpLocks/>
          </p:cNvCxnSpPr>
          <p:nvPr/>
        </p:nvCxnSpPr>
        <p:spPr>
          <a:xfrm flipH="1">
            <a:off x="8877300" y="56769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E051678B-475D-43DF-8DDF-4344F1807A90}"/>
              </a:ext>
            </a:extLst>
          </p:cNvPr>
          <p:cNvCxnSpPr>
            <a:cxnSpLocks/>
          </p:cNvCxnSpPr>
          <p:nvPr/>
        </p:nvCxnSpPr>
        <p:spPr>
          <a:xfrm flipV="1">
            <a:off x="8915400" y="4800600"/>
            <a:ext cx="0" cy="800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Isosceles Triangle 183">
            <a:extLst>
              <a:ext uri="{FF2B5EF4-FFF2-40B4-BE49-F238E27FC236}">
                <a16:creationId xmlns:a16="http://schemas.microsoft.com/office/drawing/2014/main" id="{A7E4474D-891F-462C-99A1-AADEC3ECC89B}"/>
              </a:ext>
            </a:extLst>
          </p:cNvPr>
          <p:cNvSpPr/>
          <p:nvPr/>
        </p:nvSpPr>
        <p:spPr>
          <a:xfrm rot="5400000">
            <a:off x="7277100" y="5067300"/>
            <a:ext cx="457200" cy="381000"/>
          </a:xfrm>
          <a:prstGeom prst="triangle">
            <a:avLst/>
          </a:prstGeom>
          <a:solidFill>
            <a:srgbClr val="FF000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36AF14DE-8DB7-4290-8D0F-15042E89D49C}"/>
              </a:ext>
            </a:extLst>
          </p:cNvPr>
          <p:cNvCxnSpPr>
            <a:cxnSpLocks/>
          </p:cNvCxnSpPr>
          <p:nvPr/>
        </p:nvCxnSpPr>
        <p:spPr>
          <a:xfrm>
            <a:off x="7696200" y="5029200"/>
            <a:ext cx="0" cy="4572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96A00F78-1A5C-424D-BF5D-75B38EFEA275}"/>
              </a:ext>
            </a:extLst>
          </p:cNvPr>
          <p:cNvCxnSpPr>
            <a:cxnSpLocks/>
          </p:cNvCxnSpPr>
          <p:nvPr/>
        </p:nvCxnSpPr>
        <p:spPr>
          <a:xfrm flipH="1">
            <a:off x="7010400" y="5257800"/>
            <a:ext cx="304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8FD067C-F40B-4778-AAF6-06919C5257CB}"/>
              </a:ext>
            </a:extLst>
          </p:cNvPr>
          <p:cNvCxnSpPr>
            <a:cxnSpLocks/>
          </p:cNvCxnSpPr>
          <p:nvPr/>
        </p:nvCxnSpPr>
        <p:spPr>
          <a:xfrm flipH="1">
            <a:off x="7696200" y="52578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64D07382-477E-4D64-93B2-A79DE7015FB7}"/>
              </a:ext>
            </a:extLst>
          </p:cNvPr>
          <p:cNvCxnSpPr>
            <a:cxnSpLocks/>
          </p:cNvCxnSpPr>
          <p:nvPr/>
        </p:nvCxnSpPr>
        <p:spPr>
          <a:xfrm flipV="1">
            <a:off x="7467600" y="48768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D99704C-CADB-41FD-8951-98715746E225}"/>
              </a:ext>
            </a:extLst>
          </p:cNvPr>
          <p:cNvCxnSpPr>
            <a:cxnSpLocks/>
          </p:cNvCxnSpPr>
          <p:nvPr/>
        </p:nvCxnSpPr>
        <p:spPr>
          <a:xfrm flipV="1">
            <a:off x="7543800" y="49530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C5D684B-4067-49EE-90D4-7C16C02A4214}"/>
              </a:ext>
            </a:extLst>
          </p:cNvPr>
          <p:cNvCxnSpPr>
            <a:cxnSpLocks/>
          </p:cNvCxnSpPr>
          <p:nvPr/>
        </p:nvCxnSpPr>
        <p:spPr>
          <a:xfrm>
            <a:off x="8343900" y="56007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370192D1-1D7B-4941-BA45-CC3528BBEA0A}"/>
              </a:ext>
            </a:extLst>
          </p:cNvPr>
          <p:cNvCxnSpPr>
            <a:cxnSpLocks/>
          </p:cNvCxnSpPr>
          <p:nvPr/>
        </p:nvCxnSpPr>
        <p:spPr>
          <a:xfrm>
            <a:off x="8382000" y="56388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116587F-77A0-4636-A61F-9C33609F0316}"/>
              </a:ext>
            </a:extLst>
          </p:cNvPr>
          <p:cNvCxnSpPr>
            <a:cxnSpLocks/>
          </p:cNvCxnSpPr>
          <p:nvPr/>
        </p:nvCxnSpPr>
        <p:spPr>
          <a:xfrm flipH="1">
            <a:off x="8420100" y="56769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555BFE35-F3D2-4AAC-BB9E-48720D5BC6E5}"/>
              </a:ext>
            </a:extLst>
          </p:cNvPr>
          <p:cNvCxnSpPr>
            <a:cxnSpLocks/>
          </p:cNvCxnSpPr>
          <p:nvPr/>
        </p:nvCxnSpPr>
        <p:spPr>
          <a:xfrm flipV="1">
            <a:off x="8458200" y="5257800"/>
            <a:ext cx="0" cy="3429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8E04B853-0452-4D4C-8C10-6403DBC0F352}"/>
              </a:ext>
            </a:extLst>
          </p:cNvPr>
          <p:cNvSpPr txBox="1"/>
          <p:nvPr/>
        </p:nvSpPr>
        <p:spPr>
          <a:xfrm>
            <a:off x="6362700" y="46482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361470D1-FBB7-443A-B3D4-87FEF9217D1D}"/>
              </a:ext>
            </a:extLst>
          </p:cNvPr>
          <p:cNvSpPr txBox="1"/>
          <p:nvPr/>
        </p:nvSpPr>
        <p:spPr>
          <a:xfrm>
            <a:off x="6362700" y="32385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7F08106-6DF5-865D-41AF-5A0753EB8C1D}"/>
              </a:ext>
            </a:extLst>
          </p:cNvPr>
          <p:cNvCxnSpPr>
            <a:cxnSpLocks/>
          </p:cNvCxnSpPr>
          <p:nvPr/>
        </p:nvCxnSpPr>
        <p:spPr>
          <a:xfrm>
            <a:off x="1409700" y="46863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2D4004-6AA5-ECD7-7BE4-26B3EA2841EF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48006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3D078F3E-ACCD-A947-8CC1-87AD40B713BA}"/>
              </a:ext>
            </a:extLst>
          </p:cNvPr>
          <p:cNvCxnSpPr>
            <a:cxnSpLocks/>
          </p:cNvCxnSpPr>
          <p:nvPr/>
        </p:nvCxnSpPr>
        <p:spPr>
          <a:xfrm flipV="1">
            <a:off x="1485900" y="48387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A9DA52-302B-63F0-5416-29A9A0BCC86D}"/>
              </a:ext>
            </a:extLst>
          </p:cNvPr>
          <p:cNvCxnSpPr>
            <a:cxnSpLocks/>
          </p:cNvCxnSpPr>
          <p:nvPr/>
        </p:nvCxnSpPr>
        <p:spPr>
          <a:xfrm>
            <a:off x="1485900" y="48768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24F11525-1E60-91D6-A173-8A10D7D0374E}"/>
              </a:ext>
            </a:extLst>
          </p:cNvPr>
          <p:cNvCxnSpPr>
            <a:cxnSpLocks/>
          </p:cNvCxnSpPr>
          <p:nvPr/>
        </p:nvCxnSpPr>
        <p:spPr>
          <a:xfrm flipV="1">
            <a:off x="1485900" y="49149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5F9E52-668C-4957-F54A-0E6669A8C4C8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49530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E1231E-6D09-CE66-9120-8B0FB149BC85}"/>
              </a:ext>
            </a:extLst>
          </p:cNvPr>
          <p:cNvCxnSpPr>
            <a:cxnSpLocks/>
          </p:cNvCxnSpPr>
          <p:nvPr/>
        </p:nvCxnSpPr>
        <p:spPr>
          <a:xfrm flipV="1">
            <a:off x="1524000" y="4686300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46ACC78-650B-152A-D11E-E960C8D464FA}"/>
              </a:ext>
            </a:extLst>
          </p:cNvPr>
          <p:cNvSpPr txBox="1"/>
          <p:nvPr/>
        </p:nvSpPr>
        <p:spPr>
          <a:xfrm>
            <a:off x="1257300" y="4381500"/>
            <a:ext cx="553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1.8V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C44C290-6374-08EF-722A-C2BC0E602A84}"/>
              </a:ext>
            </a:extLst>
          </p:cNvPr>
          <p:cNvCxnSpPr>
            <a:cxnSpLocks/>
          </p:cNvCxnSpPr>
          <p:nvPr/>
        </p:nvCxnSpPr>
        <p:spPr>
          <a:xfrm>
            <a:off x="1447800" y="5443954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83DCD5E-534C-94C3-AC2A-C470A974F1A0}"/>
              </a:ext>
            </a:extLst>
          </p:cNvPr>
          <p:cNvCxnSpPr>
            <a:cxnSpLocks/>
          </p:cNvCxnSpPr>
          <p:nvPr/>
        </p:nvCxnSpPr>
        <p:spPr>
          <a:xfrm>
            <a:off x="1485900" y="5482054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B44DAEC-E445-7558-A4F2-02EE514291E7}"/>
              </a:ext>
            </a:extLst>
          </p:cNvPr>
          <p:cNvCxnSpPr>
            <a:cxnSpLocks/>
          </p:cNvCxnSpPr>
          <p:nvPr/>
        </p:nvCxnSpPr>
        <p:spPr>
          <a:xfrm flipH="1">
            <a:off x="1524000" y="5520154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FFEC149-C988-700B-C1EB-1BA84E74129D}"/>
              </a:ext>
            </a:extLst>
          </p:cNvPr>
          <p:cNvCxnSpPr>
            <a:cxnSpLocks/>
          </p:cNvCxnSpPr>
          <p:nvPr/>
        </p:nvCxnSpPr>
        <p:spPr>
          <a:xfrm flipV="1">
            <a:off x="1562100" y="5143500"/>
            <a:ext cx="0" cy="30045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1425B13-B64A-0A6D-6330-C2F8F20BA01E}"/>
              </a:ext>
            </a:extLst>
          </p:cNvPr>
          <p:cNvSpPr txBox="1"/>
          <p:nvPr/>
        </p:nvSpPr>
        <p:spPr>
          <a:xfrm>
            <a:off x="1676400" y="4419600"/>
            <a:ext cx="1462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Potentiometer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B3B412D-EB5F-4757-8C27-418C69C1055C}"/>
              </a:ext>
            </a:extLst>
          </p:cNvPr>
          <p:cNvCxnSpPr>
            <a:cxnSpLocks/>
          </p:cNvCxnSpPr>
          <p:nvPr/>
        </p:nvCxnSpPr>
        <p:spPr>
          <a:xfrm flipH="1" flipV="1">
            <a:off x="1524000" y="49530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7F41D4-7148-B3B9-11E7-F43CDB20FBD1}"/>
              </a:ext>
            </a:extLst>
          </p:cNvPr>
          <p:cNvCxnSpPr>
            <a:cxnSpLocks/>
          </p:cNvCxnSpPr>
          <p:nvPr/>
        </p:nvCxnSpPr>
        <p:spPr>
          <a:xfrm flipV="1">
            <a:off x="1485900" y="49911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159ECFA-C559-C33D-F0FF-7999B99AEEE8}"/>
              </a:ext>
            </a:extLst>
          </p:cNvPr>
          <p:cNvCxnSpPr>
            <a:cxnSpLocks/>
          </p:cNvCxnSpPr>
          <p:nvPr/>
        </p:nvCxnSpPr>
        <p:spPr>
          <a:xfrm>
            <a:off x="1485900" y="50292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68EAC6E-DA88-1639-01DC-2C47294288A6}"/>
              </a:ext>
            </a:extLst>
          </p:cNvPr>
          <p:cNvCxnSpPr>
            <a:cxnSpLocks/>
          </p:cNvCxnSpPr>
          <p:nvPr/>
        </p:nvCxnSpPr>
        <p:spPr>
          <a:xfrm flipV="1">
            <a:off x="1485900" y="50673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5DE85543-1E91-38BE-74FC-11C622CA5154}"/>
              </a:ext>
            </a:extLst>
          </p:cNvPr>
          <p:cNvCxnSpPr>
            <a:cxnSpLocks/>
          </p:cNvCxnSpPr>
          <p:nvPr/>
        </p:nvCxnSpPr>
        <p:spPr>
          <a:xfrm flipH="1" flipV="1">
            <a:off x="1485900" y="5105400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A0FB612-34A7-D694-ED1A-8AE98A354755}"/>
              </a:ext>
            </a:extLst>
          </p:cNvPr>
          <p:cNvCxnSpPr>
            <a:cxnSpLocks/>
          </p:cNvCxnSpPr>
          <p:nvPr/>
        </p:nvCxnSpPr>
        <p:spPr>
          <a:xfrm flipH="1">
            <a:off x="1638300" y="49149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75D0749-BFAE-1496-7341-287870E31A87}"/>
              </a:ext>
            </a:extLst>
          </p:cNvPr>
          <p:cNvCxnSpPr>
            <a:cxnSpLocks/>
          </p:cNvCxnSpPr>
          <p:nvPr/>
        </p:nvCxnSpPr>
        <p:spPr>
          <a:xfrm flipH="1" flipV="1">
            <a:off x="1638300" y="4953000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0DA6A14-74A1-3013-EEEB-47E56FF3DDEF}"/>
              </a:ext>
            </a:extLst>
          </p:cNvPr>
          <p:cNvSpPr txBox="1"/>
          <p:nvPr/>
        </p:nvSpPr>
        <p:spPr>
          <a:xfrm>
            <a:off x="723900" y="5143500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AGND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C714514C-5E1C-80AB-EC7A-3AD13A9F1638}"/>
              </a:ext>
            </a:extLst>
          </p:cNvPr>
          <p:cNvCxnSpPr>
            <a:cxnSpLocks/>
          </p:cNvCxnSpPr>
          <p:nvPr/>
        </p:nvCxnSpPr>
        <p:spPr>
          <a:xfrm flipH="1">
            <a:off x="1676400" y="4953000"/>
            <a:ext cx="3505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C7A5BA1A-CA42-7D6A-A53B-CD5E9A882FE7}"/>
              </a:ext>
            </a:extLst>
          </p:cNvPr>
          <p:cNvCxnSpPr>
            <a:cxnSpLocks/>
          </p:cNvCxnSpPr>
          <p:nvPr/>
        </p:nvCxnSpPr>
        <p:spPr>
          <a:xfrm flipH="1">
            <a:off x="7010400" y="2514600"/>
            <a:ext cx="18288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BAAE93A6-DC75-26F9-B62F-33FFA57FE13F}"/>
              </a:ext>
            </a:extLst>
          </p:cNvPr>
          <p:cNvSpPr txBox="1"/>
          <p:nvPr/>
        </p:nvSpPr>
        <p:spPr>
          <a:xfrm>
            <a:off x="7581900" y="1866900"/>
            <a:ext cx="474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SPI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8675328-3866-0DE0-47B8-3AA0F09EB48A}"/>
              </a:ext>
            </a:extLst>
          </p:cNvPr>
          <p:cNvSpPr txBox="1"/>
          <p:nvPr/>
        </p:nvSpPr>
        <p:spPr>
          <a:xfrm>
            <a:off x="7505700" y="22479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61B20D9-C716-A149-0E45-F413BEFD9B18}"/>
              </a:ext>
            </a:extLst>
          </p:cNvPr>
          <p:cNvSpPr txBox="1"/>
          <p:nvPr/>
        </p:nvSpPr>
        <p:spPr>
          <a:xfrm>
            <a:off x="5181600" y="4800600"/>
            <a:ext cx="4844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AIN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3BF2ECA-6444-8781-A136-A59436C385AB}"/>
              </a:ext>
            </a:extLst>
          </p:cNvPr>
          <p:cNvSpPr txBox="1"/>
          <p:nvPr/>
        </p:nvSpPr>
        <p:spPr>
          <a:xfrm>
            <a:off x="5181600" y="2095500"/>
            <a:ext cx="5549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USB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F0751F6-7420-74FD-B572-B6C87D61F49D}"/>
              </a:ext>
            </a:extLst>
          </p:cNvPr>
          <p:cNvSpPr txBox="1"/>
          <p:nvPr/>
        </p:nvSpPr>
        <p:spPr>
          <a:xfrm>
            <a:off x="6515100" y="1981200"/>
            <a:ext cx="4748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SPI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69E13C-5180-0309-3797-F5C9558E715A}"/>
              </a:ext>
            </a:extLst>
          </p:cNvPr>
          <p:cNvSpPr txBox="1"/>
          <p:nvPr/>
        </p:nvSpPr>
        <p:spPr>
          <a:xfrm>
            <a:off x="6400800" y="23622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18C817E-C282-3070-4FBD-B43CC8168143}"/>
              </a:ext>
            </a:extLst>
          </p:cNvPr>
          <p:cNvCxnSpPr>
            <a:cxnSpLocks/>
          </p:cNvCxnSpPr>
          <p:nvPr/>
        </p:nvCxnSpPr>
        <p:spPr>
          <a:xfrm>
            <a:off x="9791700" y="3357146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C9D771C7-0A4F-10F2-EB82-F7496CCFC27B}"/>
              </a:ext>
            </a:extLst>
          </p:cNvPr>
          <p:cNvCxnSpPr>
            <a:cxnSpLocks/>
          </p:cNvCxnSpPr>
          <p:nvPr/>
        </p:nvCxnSpPr>
        <p:spPr>
          <a:xfrm flipH="1" flipV="1">
            <a:off x="9906000" y="34714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03104D6-F5F6-B951-92F9-BC9B072C5A53}"/>
              </a:ext>
            </a:extLst>
          </p:cNvPr>
          <p:cNvCxnSpPr>
            <a:cxnSpLocks/>
          </p:cNvCxnSpPr>
          <p:nvPr/>
        </p:nvCxnSpPr>
        <p:spPr>
          <a:xfrm flipV="1">
            <a:off x="9867900" y="35095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E981947-8E78-F978-E49D-1E8B781BF0CF}"/>
              </a:ext>
            </a:extLst>
          </p:cNvPr>
          <p:cNvCxnSpPr>
            <a:cxnSpLocks/>
          </p:cNvCxnSpPr>
          <p:nvPr/>
        </p:nvCxnSpPr>
        <p:spPr>
          <a:xfrm>
            <a:off x="9867900" y="35476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E7455D1-78F1-45A8-3973-90D280621371}"/>
              </a:ext>
            </a:extLst>
          </p:cNvPr>
          <p:cNvCxnSpPr>
            <a:cxnSpLocks/>
          </p:cNvCxnSpPr>
          <p:nvPr/>
        </p:nvCxnSpPr>
        <p:spPr>
          <a:xfrm flipV="1">
            <a:off x="9867900" y="3585746"/>
            <a:ext cx="1143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0EC8F23-F37B-69EE-AD7F-1F3EC5E465D0}"/>
              </a:ext>
            </a:extLst>
          </p:cNvPr>
          <p:cNvCxnSpPr>
            <a:cxnSpLocks/>
          </p:cNvCxnSpPr>
          <p:nvPr/>
        </p:nvCxnSpPr>
        <p:spPr>
          <a:xfrm flipH="1" flipV="1">
            <a:off x="9867900" y="3623846"/>
            <a:ext cx="76200" cy="381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F7A1C97-E649-D09E-7700-14D2D546463C}"/>
              </a:ext>
            </a:extLst>
          </p:cNvPr>
          <p:cNvCxnSpPr>
            <a:cxnSpLocks/>
          </p:cNvCxnSpPr>
          <p:nvPr/>
        </p:nvCxnSpPr>
        <p:spPr>
          <a:xfrm flipV="1">
            <a:off x="9944100" y="3657600"/>
            <a:ext cx="0" cy="2286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F337F9F-A2FC-344E-9F49-9EC6062B2016}"/>
              </a:ext>
            </a:extLst>
          </p:cNvPr>
          <p:cNvCxnSpPr>
            <a:cxnSpLocks/>
          </p:cNvCxnSpPr>
          <p:nvPr/>
        </p:nvCxnSpPr>
        <p:spPr>
          <a:xfrm flipV="1">
            <a:off x="9906000" y="3357146"/>
            <a:ext cx="0" cy="1143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20CCF91B-4167-84FF-4A12-37F10EBC08EF}"/>
              </a:ext>
            </a:extLst>
          </p:cNvPr>
          <p:cNvSpPr txBox="1"/>
          <p:nvPr/>
        </p:nvSpPr>
        <p:spPr>
          <a:xfrm>
            <a:off x="9569135" y="3052346"/>
            <a:ext cx="6062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3.3V</a:t>
            </a:r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3770AE4E-84B1-44F9-AC2A-6535115A3101}"/>
              </a:ext>
            </a:extLst>
          </p:cNvPr>
          <p:cNvCxnSpPr>
            <a:cxnSpLocks/>
          </p:cNvCxnSpPr>
          <p:nvPr/>
        </p:nvCxnSpPr>
        <p:spPr>
          <a:xfrm flipH="1">
            <a:off x="10706100" y="3886200"/>
            <a:ext cx="4953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5DD0931-BC4E-BF20-E31E-E7EDFEBA7BC7}"/>
              </a:ext>
            </a:extLst>
          </p:cNvPr>
          <p:cNvCxnSpPr>
            <a:cxnSpLocks/>
          </p:cNvCxnSpPr>
          <p:nvPr/>
        </p:nvCxnSpPr>
        <p:spPr>
          <a:xfrm>
            <a:off x="11087100" y="41529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FDA76CE-2B95-0AC9-D6AA-D7B0639EBFB7}"/>
              </a:ext>
            </a:extLst>
          </p:cNvPr>
          <p:cNvCxnSpPr>
            <a:cxnSpLocks/>
          </p:cNvCxnSpPr>
          <p:nvPr/>
        </p:nvCxnSpPr>
        <p:spPr>
          <a:xfrm>
            <a:off x="11125200" y="41910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373D3190-B83B-C0F4-810A-71F6381BE2AF}"/>
              </a:ext>
            </a:extLst>
          </p:cNvPr>
          <p:cNvCxnSpPr>
            <a:cxnSpLocks/>
          </p:cNvCxnSpPr>
          <p:nvPr/>
        </p:nvCxnSpPr>
        <p:spPr>
          <a:xfrm flipH="1">
            <a:off x="11163300" y="42291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7C38A25-0574-6623-A49B-6627EEBAD3A7}"/>
              </a:ext>
            </a:extLst>
          </p:cNvPr>
          <p:cNvCxnSpPr>
            <a:cxnSpLocks/>
          </p:cNvCxnSpPr>
          <p:nvPr/>
        </p:nvCxnSpPr>
        <p:spPr>
          <a:xfrm flipV="1">
            <a:off x="11201400" y="3886200"/>
            <a:ext cx="0" cy="2667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4295181F-1521-BAED-03F9-1E689668CE1A}"/>
              </a:ext>
            </a:extLst>
          </p:cNvPr>
          <p:cNvCxnSpPr>
            <a:cxnSpLocks/>
          </p:cNvCxnSpPr>
          <p:nvPr/>
        </p:nvCxnSpPr>
        <p:spPr>
          <a:xfrm flipH="1">
            <a:off x="7010400" y="3886200"/>
            <a:ext cx="33909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17A53AC-C030-D616-D030-B79C13E6BD33}"/>
              </a:ext>
            </a:extLst>
          </p:cNvPr>
          <p:cNvSpPr txBox="1"/>
          <p:nvPr/>
        </p:nvSpPr>
        <p:spPr>
          <a:xfrm>
            <a:off x="9944100" y="3357146"/>
            <a:ext cx="4010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1k</a:t>
            </a:r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398D1991-C6A7-2BB0-A8DD-FF1BEB67E05B}"/>
              </a:ext>
            </a:extLst>
          </p:cNvPr>
          <p:cNvCxnSpPr>
            <a:cxnSpLocks/>
          </p:cNvCxnSpPr>
          <p:nvPr/>
        </p:nvCxnSpPr>
        <p:spPr>
          <a:xfrm flipH="1">
            <a:off x="10325100" y="3810000"/>
            <a:ext cx="457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878DB196-7E74-A535-B63C-AFAE7D770CB8}"/>
              </a:ext>
            </a:extLst>
          </p:cNvPr>
          <p:cNvSpPr/>
          <p:nvPr/>
        </p:nvSpPr>
        <p:spPr>
          <a:xfrm>
            <a:off x="10477500" y="3733800"/>
            <a:ext cx="152400" cy="762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4FDC1F0-99FD-CDEA-7247-3DB04D90BD4D}"/>
              </a:ext>
            </a:extLst>
          </p:cNvPr>
          <p:cNvSpPr txBox="1"/>
          <p:nvPr/>
        </p:nvSpPr>
        <p:spPr>
          <a:xfrm>
            <a:off x="6362700" y="36957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  <p:sp>
        <p:nvSpPr>
          <p:cNvPr id="110" name="Isosceles Triangle 109">
            <a:extLst>
              <a:ext uri="{FF2B5EF4-FFF2-40B4-BE49-F238E27FC236}">
                <a16:creationId xmlns:a16="http://schemas.microsoft.com/office/drawing/2014/main" id="{73379BCE-B524-F23F-4BF3-9136AF1E4D4D}"/>
              </a:ext>
            </a:extLst>
          </p:cNvPr>
          <p:cNvSpPr/>
          <p:nvPr/>
        </p:nvSpPr>
        <p:spPr>
          <a:xfrm rot="5400000">
            <a:off x="8191500" y="4114800"/>
            <a:ext cx="457200" cy="381000"/>
          </a:xfrm>
          <a:prstGeom prst="triangle">
            <a:avLst/>
          </a:prstGeom>
          <a:solidFill>
            <a:srgbClr val="00B0F0"/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481C6AF2-AFAB-1174-944F-F6B02945ACC8}"/>
              </a:ext>
            </a:extLst>
          </p:cNvPr>
          <p:cNvCxnSpPr>
            <a:cxnSpLocks/>
          </p:cNvCxnSpPr>
          <p:nvPr/>
        </p:nvCxnSpPr>
        <p:spPr>
          <a:xfrm>
            <a:off x="8610600" y="4076700"/>
            <a:ext cx="0" cy="4572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FC6BC18-63B3-F79D-2034-A77FC210536D}"/>
              </a:ext>
            </a:extLst>
          </p:cNvPr>
          <p:cNvCxnSpPr>
            <a:cxnSpLocks/>
          </p:cNvCxnSpPr>
          <p:nvPr/>
        </p:nvCxnSpPr>
        <p:spPr>
          <a:xfrm flipH="1">
            <a:off x="7010400" y="4305300"/>
            <a:ext cx="1219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39375E62-87B3-C370-8D7C-8D44E7B37306}"/>
              </a:ext>
            </a:extLst>
          </p:cNvPr>
          <p:cNvCxnSpPr>
            <a:cxnSpLocks/>
          </p:cNvCxnSpPr>
          <p:nvPr/>
        </p:nvCxnSpPr>
        <p:spPr>
          <a:xfrm flipH="1">
            <a:off x="8610600" y="4305300"/>
            <a:ext cx="76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5EF9918-3998-54AF-5A7A-9D9CB1E3AFE2}"/>
              </a:ext>
            </a:extLst>
          </p:cNvPr>
          <p:cNvCxnSpPr>
            <a:cxnSpLocks/>
          </p:cNvCxnSpPr>
          <p:nvPr/>
        </p:nvCxnSpPr>
        <p:spPr>
          <a:xfrm flipV="1">
            <a:off x="8382000" y="39243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DDC126DF-D8B4-111E-4D2B-60BE30DC1191}"/>
              </a:ext>
            </a:extLst>
          </p:cNvPr>
          <p:cNvCxnSpPr>
            <a:cxnSpLocks/>
          </p:cNvCxnSpPr>
          <p:nvPr/>
        </p:nvCxnSpPr>
        <p:spPr>
          <a:xfrm flipV="1">
            <a:off x="8458200" y="4000500"/>
            <a:ext cx="76200" cy="76200"/>
          </a:xfrm>
          <a:prstGeom prst="line">
            <a:avLst/>
          </a:prstGeom>
          <a:ln w="25400">
            <a:solidFill>
              <a:schemeClr val="tx1"/>
            </a:solidFill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A6090015-CF3C-F440-A8EE-E48FE12EADC4}"/>
              </a:ext>
            </a:extLst>
          </p:cNvPr>
          <p:cNvCxnSpPr>
            <a:cxnSpLocks/>
          </p:cNvCxnSpPr>
          <p:nvPr/>
        </p:nvCxnSpPr>
        <p:spPr>
          <a:xfrm>
            <a:off x="9258300" y="4648200"/>
            <a:ext cx="2286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A3D733C-8B3A-3380-044A-64F3F3F59922}"/>
              </a:ext>
            </a:extLst>
          </p:cNvPr>
          <p:cNvCxnSpPr>
            <a:cxnSpLocks/>
          </p:cNvCxnSpPr>
          <p:nvPr/>
        </p:nvCxnSpPr>
        <p:spPr>
          <a:xfrm>
            <a:off x="9296400" y="4686300"/>
            <a:ext cx="152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05483DCD-02DF-3FAF-EE8E-C798FC131B6E}"/>
              </a:ext>
            </a:extLst>
          </p:cNvPr>
          <p:cNvCxnSpPr>
            <a:cxnSpLocks/>
          </p:cNvCxnSpPr>
          <p:nvPr/>
        </p:nvCxnSpPr>
        <p:spPr>
          <a:xfrm flipH="1">
            <a:off x="9334500" y="4724400"/>
            <a:ext cx="762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89FDD66-C798-5D3F-E845-D1A75AE67818}"/>
              </a:ext>
            </a:extLst>
          </p:cNvPr>
          <p:cNvCxnSpPr>
            <a:cxnSpLocks/>
          </p:cNvCxnSpPr>
          <p:nvPr/>
        </p:nvCxnSpPr>
        <p:spPr>
          <a:xfrm flipV="1">
            <a:off x="9372600" y="4305300"/>
            <a:ext cx="0" cy="34290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57C8CA83-05C3-5ED9-C144-8414402F23BC}"/>
              </a:ext>
            </a:extLst>
          </p:cNvPr>
          <p:cNvSpPr txBox="1"/>
          <p:nvPr/>
        </p:nvSpPr>
        <p:spPr>
          <a:xfrm>
            <a:off x="6362700" y="415290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GPIO</a:t>
            </a:r>
          </a:p>
        </p:txBody>
      </p:sp>
    </p:spTree>
    <p:extLst>
      <p:ext uri="{BB962C8B-B14F-4D97-AF65-F5344CB8AC3E}">
        <p14:creationId xmlns:p14="http://schemas.microsoft.com/office/powerpoint/2010/main" val="2715791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180C6-AA0A-4ECF-9541-CCAFC7CAE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Mechanical Drawing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A3A45F3-BFA3-4D55-A8FE-B5142100AC62}"/>
              </a:ext>
            </a:extLst>
          </p:cNvPr>
          <p:cNvSpPr txBox="1"/>
          <p:nvPr/>
        </p:nvSpPr>
        <p:spPr>
          <a:xfrm>
            <a:off x="3352800" y="5257800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FRONT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471EFC-E8D5-48D9-82C4-2134548FBF50}"/>
              </a:ext>
            </a:extLst>
          </p:cNvPr>
          <p:cNvSpPr txBox="1"/>
          <p:nvPr/>
        </p:nvSpPr>
        <p:spPr>
          <a:xfrm>
            <a:off x="8915400" y="52578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CDC51B-5603-147C-8311-5FD57A7DE891}"/>
              </a:ext>
            </a:extLst>
          </p:cNvPr>
          <p:cNvSpPr/>
          <p:nvPr/>
        </p:nvSpPr>
        <p:spPr>
          <a:xfrm>
            <a:off x="1524000" y="1600200"/>
            <a:ext cx="4572000" cy="3048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D5A23E-7EB0-A5A9-B87C-C8CE41B997C8}"/>
              </a:ext>
            </a:extLst>
          </p:cNvPr>
          <p:cNvSpPr/>
          <p:nvPr/>
        </p:nvSpPr>
        <p:spPr>
          <a:xfrm>
            <a:off x="7010400" y="1600200"/>
            <a:ext cx="4572000" cy="3048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887132-9560-7A0D-40A0-6F416FD8B52B}"/>
              </a:ext>
            </a:extLst>
          </p:cNvPr>
          <p:cNvSpPr/>
          <p:nvPr/>
        </p:nvSpPr>
        <p:spPr>
          <a:xfrm>
            <a:off x="2272605" y="1704246"/>
            <a:ext cx="3048000" cy="1143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SPI Display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C297DB-9E51-EA3F-C505-26166F5DC5B3}"/>
              </a:ext>
            </a:extLst>
          </p:cNvPr>
          <p:cNvSpPr/>
          <p:nvPr/>
        </p:nvSpPr>
        <p:spPr>
          <a:xfrm>
            <a:off x="2724765" y="361246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Button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87F208-5CA8-0E14-44E4-28D68EE3CDBB}"/>
              </a:ext>
            </a:extLst>
          </p:cNvPr>
          <p:cNvSpPr/>
          <p:nvPr/>
        </p:nvSpPr>
        <p:spPr>
          <a:xfrm>
            <a:off x="3998887" y="3626838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Button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9D893E-CB89-E603-B3F5-F36ABC2D5240}"/>
              </a:ext>
            </a:extLst>
          </p:cNvPr>
          <p:cNvSpPr/>
          <p:nvPr/>
        </p:nvSpPr>
        <p:spPr>
          <a:xfrm>
            <a:off x="8077200" y="2057400"/>
            <a:ext cx="3352800" cy="1905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Pocket Beagle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E4A692-0744-FB24-2250-9E1C5531AD5E}"/>
              </a:ext>
            </a:extLst>
          </p:cNvPr>
          <p:cNvSpPr/>
          <p:nvPr/>
        </p:nvSpPr>
        <p:spPr>
          <a:xfrm>
            <a:off x="1644885" y="3889772"/>
            <a:ext cx="6096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B1DA68-9EE1-7F41-7E43-BB0B0D711345}"/>
              </a:ext>
            </a:extLst>
          </p:cNvPr>
          <p:cNvSpPr/>
          <p:nvPr/>
        </p:nvSpPr>
        <p:spPr>
          <a:xfrm>
            <a:off x="5366677" y="3931638"/>
            <a:ext cx="609600" cy="609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54EFE3-96C4-D337-750C-CD94CCE2FCB3}"/>
              </a:ext>
            </a:extLst>
          </p:cNvPr>
          <p:cNvCxnSpPr>
            <a:cxnSpLocks/>
          </p:cNvCxnSpPr>
          <p:nvPr/>
        </p:nvCxnSpPr>
        <p:spPr>
          <a:xfrm>
            <a:off x="1524000" y="1371600"/>
            <a:ext cx="1828800" cy="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E85B355-7797-2722-9749-1E8CF2A5828F}"/>
              </a:ext>
            </a:extLst>
          </p:cNvPr>
          <p:cNvCxnSpPr>
            <a:cxnSpLocks/>
          </p:cNvCxnSpPr>
          <p:nvPr/>
        </p:nvCxnSpPr>
        <p:spPr>
          <a:xfrm>
            <a:off x="4267200" y="1371600"/>
            <a:ext cx="1828800" cy="0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3234A7D-F2F1-7E9E-42D8-CE342BDF89CD}"/>
              </a:ext>
            </a:extLst>
          </p:cNvPr>
          <p:cNvSpPr txBox="1"/>
          <p:nvPr/>
        </p:nvSpPr>
        <p:spPr>
          <a:xfrm>
            <a:off x="3657600" y="1219200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3”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E2419C5-9EA6-E531-35BB-008CAA30D61E}"/>
              </a:ext>
            </a:extLst>
          </p:cNvPr>
          <p:cNvCxnSpPr>
            <a:cxnSpLocks/>
          </p:cNvCxnSpPr>
          <p:nvPr/>
        </p:nvCxnSpPr>
        <p:spPr>
          <a:xfrm>
            <a:off x="6324600" y="1600200"/>
            <a:ext cx="0" cy="1295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88AE424-7E02-BD32-D404-5310EA87DDA1}"/>
              </a:ext>
            </a:extLst>
          </p:cNvPr>
          <p:cNvSpPr txBox="1"/>
          <p:nvPr/>
        </p:nvSpPr>
        <p:spPr>
          <a:xfrm>
            <a:off x="6172200" y="2971800"/>
            <a:ext cx="3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2”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4DA7408-19F4-2F35-FAC0-421BC9406D07}"/>
              </a:ext>
            </a:extLst>
          </p:cNvPr>
          <p:cNvCxnSpPr>
            <a:cxnSpLocks/>
          </p:cNvCxnSpPr>
          <p:nvPr/>
        </p:nvCxnSpPr>
        <p:spPr>
          <a:xfrm>
            <a:off x="1524000" y="4876800"/>
            <a:ext cx="762000" cy="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80520B0-32BC-2230-B6B0-74EE803978BF}"/>
              </a:ext>
            </a:extLst>
          </p:cNvPr>
          <p:cNvCxnSpPr>
            <a:cxnSpLocks/>
          </p:cNvCxnSpPr>
          <p:nvPr/>
        </p:nvCxnSpPr>
        <p:spPr>
          <a:xfrm>
            <a:off x="3124200" y="4876800"/>
            <a:ext cx="685800" cy="0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F791150-3392-3B0B-9DDF-70A89D595532}"/>
              </a:ext>
            </a:extLst>
          </p:cNvPr>
          <p:cNvSpPr txBox="1"/>
          <p:nvPr/>
        </p:nvSpPr>
        <p:spPr>
          <a:xfrm>
            <a:off x="2438400" y="4724400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1.5”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F231FEE-41FA-02D5-6B39-8DAE3B133FA4}"/>
              </a:ext>
            </a:extLst>
          </p:cNvPr>
          <p:cNvCxnSpPr>
            <a:cxnSpLocks/>
          </p:cNvCxnSpPr>
          <p:nvPr/>
        </p:nvCxnSpPr>
        <p:spPr>
          <a:xfrm>
            <a:off x="6248400" y="4648200"/>
            <a:ext cx="152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127510F-16BC-8A48-797F-70725A4BDEE1}"/>
              </a:ext>
            </a:extLst>
          </p:cNvPr>
          <p:cNvCxnSpPr>
            <a:cxnSpLocks/>
          </p:cNvCxnSpPr>
          <p:nvPr/>
        </p:nvCxnSpPr>
        <p:spPr>
          <a:xfrm flipV="1">
            <a:off x="6324600" y="3352800"/>
            <a:ext cx="0" cy="1295400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CF94F80B-692E-9377-9607-3CEA83D25EA0}"/>
              </a:ext>
            </a:extLst>
          </p:cNvPr>
          <p:cNvSpPr/>
          <p:nvPr/>
        </p:nvSpPr>
        <p:spPr>
          <a:xfrm>
            <a:off x="2272605" y="2911734"/>
            <a:ext cx="6477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LED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9051B6-D685-96EE-672D-23245FA10000}"/>
              </a:ext>
            </a:extLst>
          </p:cNvPr>
          <p:cNvSpPr/>
          <p:nvPr/>
        </p:nvSpPr>
        <p:spPr>
          <a:xfrm>
            <a:off x="3489960" y="2942495"/>
            <a:ext cx="6477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E72FCC1-176B-AF1D-9F24-7975FE6B2B05}"/>
              </a:ext>
            </a:extLst>
          </p:cNvPr>
          <p:cNvSpPr/>
          <p:nvPr/>
        </p:nvSpPr>
        <p:spPr>
          <a:xfrm>
            <a:off x="4667250" y="2951292"/>
            <a:ext cx="647700" cy="571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LED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04C6BB-2953-F969-6174-78D152E8FA19}"/>
              </a:ext>
            </a:extLst>
          </p:cNvPr>
          <p:cNvSpPr txBox="1"/>
          <p:nvPr/>
        </p:nvSpPr>
        <p:spPr>
          <a:xfrm rot="16200000">
            <a:off x="10904089" y="281191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</a:t>
            </a:r>
          </a:p>
        </p:txBody>
      </p:sp>
    </p:spTree>
    <p:extLst>
      <p:ext uri="{BB962C8B-B14F-4D97-AF65-F5344CB8AC3E}">
        <p14:creationId xmlns:p14="http://schemas.microsoft.com/office/powerpoint/2010/main" val="2035144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amond Grid 16x9">
  <a:themeElements>
    <a:clrScheme name="Custom 3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00"/>
      </a:hlink>
      <a:folHlink>
        <a:srgbClr val="9F6715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siness diamond grid presentation (widescreen).potx" id="{B2221865-AD13-4DF0-B68E-BF08E8CC5659}" vid="{BAA0C488-98B6-4F47-8E1C-5C7CD9605F73}"/>
    </a:ext>
  </a:extLst>
</a:theme>
</file>

<file path=ppt/theme/theme2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DiamondGrid">
      <a:dk1>
        <a:srgbClr val="2D2E2D"/>
      </a:dk1>
      <a:lt1>
        <a:sysClr val="window" lastClr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Arial">
      <a:maj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diamond grid presentation (widescreen)</Template>
  <TotalTime>8618</TotalTime>
  <Words>122</Words>
  <Application>Microsoft Office PowerPoint</Application>
  <PresentationFormat>Widescreen</PresentationFormat>
  <Paragraphs>64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Diamond Grid 16x9</vt:lpstr>
      <vt:lpstr>EDES 301  PCB Project</vt:lpstr>
      <vt:lpstr>Background Information</vt:lpstr>
      <vt:lpstr>System Block Diagram – “Etch-a-Sketch”</vt:lpstr>
      <vt:lpstr>Mechanical Drawing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Erik Welsh</dc:creator>
  <cp:lastModifiedBy>Meghan Paral</cp:lastModifiedBy>
  <cp:revision>424</cp:revision>
  <dcterms:created xsi:type="dcterms:W3CDTF">2018-01-09T20:24:50Z</dcterms:created>
  <dcterms:modified xsi:type="dcterms:W3CDTF">2025-12-16T17:37:15Z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InternalTags">
    <vt:lpwstr/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