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367" r:id="rId3"/>
    <p:sldId id="592" r:id="rId4"/>
    <p:sldId id="6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56" d="100"/>
          <a:sy n="56" d="100"/>
        </p:scale>
        <p:origin x="920" y="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12/16/2025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Meghan Paral</a:t>
            </a:r>
          </a:p>
          <a:p>
            <a:endParaRPr lang="en-US" dirty="0"/>
          </a:p>
          <a:p>
            <a:r>
              <a:rPr lang="en-US" dirty="0"/>
              <a:t>Due 12/16/2025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an “Etch-a-Sketch”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SPI Display Screen</a:t>
            </a:r>
          </a:p>
          <a:p>
            <a:pPr lvl="1"/>
            <a:r>
              <a:rPr lang="en-US" dirty="0"/>
              <a:t>Two Potentiometers</a:t>
            </a:r>
          </a:p>
          <a:p>
            <a:pPr lvl="1"/>
            <a:r>
              <a:rPr lang="en-US" dirty="0"/>
              <a:t>Two Buttons (Reset the Game, Change Color)</a:t>
            </a:r>
          </a:p>
          <a:p>
            <a:pPr lvl="1"/>
            <a:r>
              <a:rPr lang="en-US" dirty="0"/>
              <a:t>Three LEDs (Red, Green, and Blue for Color)</a:t>
            </a:r>
          </a:p>
          <a:p>
            <a:pPr lvl="1"/>
            <a:r>
              <a:rPr lang="en-US" dirty="0"/>
              <a:t>USB Port (Expansion)</a:t>
            </a:r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DC51B-5603-147C-8311-5FD57A7DE891}"/>
              </a:ext>
            </a:extLst>
          </p:cNvPr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D5A23E-7EB0-A5A9-B87C-C8CE41B997C8}"/>
              </a:ext>
            </a:extLst>
          </p:cNvPr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87132-9560-7A0D-40A0-6F416FD8B52B}"/>
              </a:ext>
            </a:extLst>
          </p:cNvPr>
          <p:cNvSpPr/>
          <p:nvPr/>
        </p:nvSpPr>
        <p:spPr>
          <a:xfrm>
            <a:off x="2272605" y="1704246"/>
            <a:ext cx="3048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 Display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297DB-9E51-EA3F-C505-26166F5DC5B3}"/>
              </a:ext>
            </a:extLst>
          </p:cNvPr>
          <p:cNvSpPr/>
          <p:nvPr/>
        </p:nvSpPr>
        <p:spPr>
          <a:xfrm>
            <a:off x="2724765" y="361246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7F208-5CA8-0E14-44E4-28D68EE3CDBB}"/>
              </a:ext>
            </a:extLst>
          </p:cNvPr>
          <p:cNvSpPr/>
          <p:nvPr/>
        </p:nvSpPr>
        <p:spPr>
          <a:xfrm>
            <a:off x="3998887" y="362683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9D893E-CB89-E603-B3F5-F36ABC2D5240}"/>
              </a:ext>
            </a:extLst>
          </p:cNvPr>
          <p:cNvSpPr/>
          <p:nvPr/>
        </p:nvSpPr>
        <p:spPr>
          <a:xfrm>
            <a:off x="8077200" y="2057400"/>
            <a:ext cx="3352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E4A692-0744-FB24-2250-9E1C5531AD5E}"/>
              </a:ext>
            </a:extLst>
          </p:cNvPr>
          <p:cNvSpPr/>
          <p:nvPr/>
        </p:nvSpPr>
        <p:spPr>
          <a:xfrm>
            <a:off x="1644885" y="3889772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1DA68-9EE1-7F41-7E43-BB0B0D711345}"/>
              </a:ext>
            </a:extLst>
          </p:cNvPr>
          <p:cNvSpPr/>
          <p:nvPr/>
        </p:nvSpPr>
        <p:spPr>
          <a:xfrm>
            <a:off x="5366677" y="3931638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54EFE3-96C4-D337-750C-CD94CCE2FCB3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85B355-7797-2722-9749-1E8CF2A5828F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234A7D-F2F1-7E9E-42D8-CE342BDF89CD}"/>
              </a:ext>
            </a:extLst>
          </p:cNvPr>
          <p:cNvSpPr txBox="1"/>
          <p:nvPr/>
        </p:nvSpPr>
        <p:spPr>
          <a:xfrm>
            <a:off x="3657600" y="12192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5”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2419C5-9EA6-E531-35BB-008CAA30D61E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8AE424-7E02-BD32-D404-5310EA87DDA1}"/>
              </a:ext>
            </a:extLst>
          </p:cNvPr>
          <p:cNvSpPr txBox="1"/>
          <p:nvPr/>
        </p:nvSpPr>
        <p:spPr>
          <a:xfrm>
            <a:off x="6172200" y="29718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4”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231FEE-41FA-02D5-6B39-8DAE3B133FA4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27510F-16BC-8A48-797F-70725A4BDEE1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F94F80B-692E-9377-9607-3CEA83D25EA0}"/>
              </a:ext>
            </a:extLst>
          </p:cNvPr>
          <p:cNvSpPr/>
          <p:nvPr/>
        </p:nvSpPr>
        <p:spPr>
          <a:xfrm>
            <a:off x="2272605" y="2911734"/>
            <a:ext cx="6477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9051B6-D685-96EE-672D-23245FA10000}"/>
              </a:ext>
            </a:extLst>
          </p:cNvPr>
          <p:cNvSpPr/>
          <p:nvPr/>
        </p:nvSpPr>
        <p:spPr>
          <a:xfrm>
            <a:off x="3489960" y="2942495"/>
            <a:ext cx="6477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72FCC1-176B-AF1D-9F24-7975FE6B2B05}"/>
              </a:ext>
            </a:extLst>
          </p:cNvPr>
          <p:cNvSpPr/>
          <p:nvPr/>
        </p:nvSpPr>
        <p:spPr>
          <a:xfrm>
            <a:off x="4667250" y="2951292"/>
            <a:ext cx="6477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04C6BB-2953-F969-6174-78D152E8FA19}"/>
              </a:ext>
            </a:extLst>
          </p:cNvPr>
          <p:cNvSpPr txBox="1"/>
          <p:nvPr/>
        </p:nvSpPr>
        <p:spPr>
          <a:xfrm rot="16200000">
            <a:off x="10904089" y="281191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8623</TotalTime>
  <Words>120</Words>
  <Application>Microsoft Office PowerPoint</Application>
  <PresentationFormat>Widescreen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</vt:lpstr>
      <vt:lpstr>Background Information</vt:lpstr>
      <vt:lpstr>System Block Diagram – “Etch-a-Sketch”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Meghan Paral</cp:lastModifiedBy>
  <cp:revision>425</cp:revision>
  <dcterms:created xsi:type="dcterms:W3CDTF">2018-01-09T20:24:50Z</dcterms:created>
  <dcterms:modified xsi:type="dcterms:W3CDTF">2025-12-16T17:41:42Z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